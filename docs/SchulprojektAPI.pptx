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92" r:id="rId5"/>
    <p:sldId id="275" r:id="rId6"/>
    <p:sldId id="295" r:id="rId7"/>
    <p:sldId id="296" r:id="rId8"/>
    <p:sldId id="297" r:id="rId9"/>
    <p:sldId id="303" r:id="rId10"/>
    <p:sldId id="299" r:id="rId11"/>
    <p:sldId id="302" r:id="rId12"/>
    <p:sldId id="300" r:id="rId13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3EAD16A0-66A9-7883-400D-20D8CF18C86A}" name="Nolbergs, Julia" initials="NJ" userId="S::julia.nolbergs@btc-ag.com::fe90b22c-27b1-43da-9dcd-5e8b3ad986da" providerId="AD"/>
  <p188:author id="{F15FE6E6-4462-A367-9BBE-2AC14CC52B99}" name="Carstens, Jannis" initials="CJ" userId="S::jannis.carstens@btc-ag.com::dd3d3884-ffe0-4ecf-9876-f8c31fb97a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  <a:srgbClr val="C03C2D"/>
    <a:srgbClr val="446992"/>
    <a:srgbClr val="AEC2D8"/>
    <a:srgbClr val="98432A"/>
    <a:srgbClr val="D84400"/>
    <a:srgbClr val="44678D"/>
    <a:srgbClr val="263E5A"/>
    <a:srgbClr val="D6E0EB"/>
    <a:srgbClr val="728D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14508A-FF2A-3361-2F96-93022110B1EC}" v="1263" dt="2026-03-12T11:02:00.203"/>
    <p1510:client id="{F2FD7D68-3C09-9047-C9BA-841C67133554}" v="162" dt="2026-03-11T11:08:30.3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536"/>
        <p:guide pos="312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DFB8849C-6001-4B70-B011-3CCAD19B4A9A}" type="datetime1">
              <a:rPr lang="de-DE" smtClean="0"/>
              <a:t>12.03.2026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BB8DC1D1-B6C2-C644-8BF1-C34DBFFE1C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Kopfzeilenplatzhalt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endParaRPr lang="de-DE"/>
          </a:p>
        </p:txBody>
      </p:sp>
      <p:sp>
        <p:nvSpPr>
          <p:cNvPr id="9" name="Folienbildplatzhalt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endParaRPr lang="de-DE"/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3D6D6068-F176-4184-921E-92335F16FF34}" type="datetime1">
              <a:rPr lang="de-DE" smtClean="0"/>
              <a:pPr/>
              <a:t>12.03.2026</a:t>
            </a:fld>
            <a:endParaRPr lang="de-DE"/>
          </a:p>
        </p:txBody>
      </p:sp>
      <p:sp>
        <p:nvSpPr>
          <p:cNvPr id="12" name="Notizenplatzhalt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fld id="{D060679C-80C7-4E7D-9614-ABA41C5B2858}" type="slidenum">
              <a:rPr lang="de-DE" smtClean="0"/>
              <a:pPr rtl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noProof="0" smtClean="0"/>
              <a:t>1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noProof="0" smtClean="0"/>
              <a:t>2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1102410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3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60B0E-2568-2BCB-B076-4BAEE934E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D554B7-E893-73A4-E941-6AD43DCBC5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270953-7FD2-1D40-CAF6-3426C9F39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r>
              <a:rPr lang="de-DE">
                <a:latin typeface="Calibri"/>
                <a:ea typeface="Calibri"/>
                <a:cs typeface="Calibri"/>
              </a:rPr>
              <a:t>Ein DFS ist ein Verfahren, um systematisch alle Knoten eines Graphen oder Baums zu besuchen. Die Engine probiert alle </a:t>
            </a:r>
            <a:r>
              <a:rPr lang="de-DE" err="1">
                <a:latin typeface="Calibri"/>
                <a:ea typeface="Calibri"/>
                <a:cs typeface="Calibri"/>
              </a:rPr>
              <a:t>möglichkeiten</a:t>
            </a:r>
            <a:r>
              <a:rPr lang="de-DE">
                <a:latin typeface="Calibri"/>
                <a:ea typeface="Calibri"/>
                <a:cs typeface="Calibri"/>
              </a:rPr>
              <a:t> aus, wie ein </a:t>
            </a:r>
            <a:r>
              <a:rPr lang="de-DE" err="1">
                <a:latin typeface="Calibri"/>
                <a:ea typeface="Calibri"/>
                <a:cs typeface="Calibri"/>
              </a:rPr>
              <a:t>Regex</a:t>
            </a:r>
            <a:r>
              <a:rPr lang="de-DE">
                <a:latin typeface="Calibri"/>
                <a:ea typeface="Calibri"/>
                <a:cs typeface="Calibri"/>
              </a:rPr>
              <a:t> passen könnte. Scheitert ein Pfad, geht sie einen Schritt zurück und geht einen anderen Weg. Angreifer können das Ausnutzen um die Validierungsdauer exponentiell steigen zu lassen.</a:t>
            </a:r>
            <a:endParaRPr lang="de-DE">
              <a:ea typeface="Calibri" panose="020F0502020204030204" pitchFamily="34" charset="0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28D451-9419-CD43-9633-BB44FD6588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4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802591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B891D-4702-F022-F964-169380685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4E8101-F822-BF9C-8BA0-F319C7A70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FAC47C-B330-CBD0-0D9F-FC931940D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endParaRPr lang="de-DE">
              <a:latin typeface="Calibri"/>
              <a:ea typeface="Calibri"/>
              <a:cs typeface="Calibri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88EEB2-2706-71F5-EBA6-9B40B2041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5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3265374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E62BC-5AAB-86C5-3172-03BCC1B6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01A61AD-DD45-0F4F-9E07-9EBFEB764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B799B74-07AC-3B76-61B3-3C5D7FF3A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r>
              <a:rPr lang="de-D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Ein Post mit ca. 10.000 </a:t>
            </a:r>
            <a:r>
              <a:rPr lang="de-DE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Whitespaces</a:t>
            </a:r>
            <a:r>
              <a:rPr lang="de-D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hat die CPU überlastet.</a:t>
            </a:r>
            <a:endParaRPr lang="de-DE">
              <a:solidFill>
                <a:srgbClr val="333333"/>
              </a:solidFill>
              <a:ea typeface="Calibri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23BD4F-01B2-A869-00D1-3E88545691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7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33554215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BE20B-E271-54BB-1429-88CBF8F91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5ED98B3-5FB5-28D7-AE8B-64AC676E0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8CF32D-BEE3-2540-6E03-77B2B730F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r>
              <a:rPr lang="de-D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Ein Post mit ca. 10.000 </a:t>
            </a:r>
            <a:r>
              <a:rPr lang="de-DE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Whitespaces</a:t>
            </a:r>
            <a:r>
              <a:rPr lang="de-D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hat die CPU überlastet.</a:t>
            </a:r>
            <a:endParaRPr lang="de-DE">
              <a:solidFill>
                <a:srgbClr val="333333"/>
              </a:solidFill>
              <a:ea typeface="Calibri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1EA28A-D9F2-D60B-B092-5CD14D1E4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7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754578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6EA8-57D5-18F2-B9FA-9FBC3F83E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416C92E-BB4A-D999-071F-5A2F261F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7315C2-C636-80A2-0E9F-92B4DFD1E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endParaRPr lang="de-DE">
              <a:solidFill>
                <a:srgbClr val="333333"/>
              </a:solidFill>
              <a:ea typeface="Calibri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CFB14A-530E-3E88-5567-C00B8ABFE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8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29800167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0E99-5966-9CE9-3A8E-E37D6F42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386066F-CDB5-304B-E904-41A323807E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CFA850-7E01-0836-B2E2-99BE8E869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12EA9C-FCBD-6180-6690-23D5BF9DD3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fld id="{017105BD-6D6F-49DB-9DE4-D4A6452D7E5F}" type="slidenum">
              <a:rPr lang="de-DE" altLang="zh-CN" smtClean="0"/>
              <a:t>10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33687027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</p:spPr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cxnSp>
        <p:nvCxnSpPr>
          <p:cNvPr id="24" name="Gerader Verbinde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509005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Inhaltsplatzhalter 47" descr="Klicken Sie, um ein Bild hinzuzufügen.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de-DE" sz="1800" b="0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47" name="Inhaltsplatzhalt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 noProof="0"/>
              <a:t>Klicken Sie auf das Symbol, um ein Bild hinzuzufügen≈≈</a:t>
            </a:r>
          </a:p>
        </p:txBody>
      </p:sp>
      <p:sp>
        <p:nvSpPr>
          <p:cNvPr id="9" name="Freihandform: Form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</p:spPr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7" name="Freihandform: Form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1800" noProof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1800" noProof="0"/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70174533-8C0E-4E82-A582-891A0555FA1F}"/>
              </a:ext>
            </a:extLst>
          </p:cNvPr>
          <p:cNvSpPr/>
          <p:nvPr userDrawn="1"/>
        </p:nvSpPr>
        <p:spPr>
          <a:xfrm>
            <a:off x="7328126" y="231031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1800" noProof="0"/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071E3938-A754-4D49-B509-249EE9BD83AB}"/>
              </a:ext>
            </a:extLst>
          </p:cNvPr>
          <p:cNvSpPr/>
          <p:nvPr userDrawn="1"/>
        </p:nvSpPr>
        <p:spPr>
          <a:xfrm>
            <a:off x="8375472" y="409533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1800" noProof="0"/>
          </a:p>
        </p:txBody>
      </p:sp>
      <p:sp>
        <p:nvSpPr>
          <p:cNvPr id="24" name="Inhaltsplatzhalter 47" descr="Klicken Sie, um ein Bild hinzuzufügen.">
            <a:extLst>
              <a:ext uri="{FF2B5EF4-FFF2-40B4-BE49-F238E27FC236}">
                <a16:creationId xmlns:a16="http://schemas.microsoft.com/office/drawing/2014/main" id="{5414CF94-2913-4AE7-AAC3-3D61FE7428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0" i="0">
                <a:solidFill>
                  <a:schemeClr val="bg1"/>
                </a:solidFill>
                <a:latin typeface="Abadi" panose="020B0604020104020204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26" name="Inhaltsplatzhalter 47" descr="Klicken Sie, um ein Bild hinzuzufügen.">
            <a:extLst>
              <a:ext uri="{FF2B5EF4-FFF2-40B4-BE49-F238E27FC236}">
                <a16:creationId xmlns:a16="http://schemas.microsoft.com/office/drawing/2014/main" id="{3CE3485A-395E-4C5F-A00F-D230FF7CFB9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de-DE" sz="1800" b="0" i="0">
                <a:solidFill>
                  <a:schemeClr val="bg1"/>
                </a:solidFill>
                <a:latin typeface="Abadi" panose="020B0604020104020204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Hier klicken, um den Master-Titelstil zu bearbeiten </a:t>
            </a:r>
          </a:p>
        </p:txBody>
      </p:sp>
      <p:sp>
        <p:nvSpPr>
          <p:cNvPr id="33" name="Inhaltsplatzhalter 47" descr="Klicken Sie, um ein Bild hinzuzufügen.">
            <a:extLst>
              <a:ext uri="{FF2B5EF4-FFF2-40B4-BE49-F238E27FC236}">
                <a16:creationId xmlns:a16="http://schemas.microsoft.com/office/drawing/2014/main" id="{6A8DFBFF-5B07-49C6-ADB8-341FCD1E75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de-DE" sz="1800" b="0" i="0">
                <a:solidFill>
                  <a:schemeClr val="bg1"/>
                </a:solidFill>
                <a:latin typeface="Abadi" panose="020B0604020104020204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34" name="Inhaltsplatzhalter 47" descr="Klicken Sie, um ein Bild hinzuzufügen.">
            <a:extLst>
              <a:ext uri="{FF2B5EF4-FFF2-40B4-BE49-F238E27FC236}">
                <a16:creationId xmlns:a16="http://schemas.microsoft.com/office/drawing/2014/main" id="{1AC7F192-CFC3-470A-9467-330212C6F5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de-DE" sz="1800" b="0" i="0">
                <a:solidFill>
                  <a:schemeClr val="bg1"/>
                </a:solidFill>
                <a:latin typeface="Abadi" panose="020B0604020104020204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35" name="Inhaltsplatzhalter 47" descr="Klicken Sie, um ein Bild hinzuzufügen.">
            <a:extLst>
              <a:ext uri="{FF2B5EF4-FFF2-40B4-BE49-F238E27FC236}">
                <a16:creationId xmlns:a16="http://schemas.microsoft.com/office/drawing/2014/main" id="{A5D53FF3-B0CD-4D31-9128-2D2E0E89F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de-DE" sz="1800" b="0" i="0">
                <a:solidFill>
                  <a:schemeClr val="bg1"/>
                </a:solidFill>
                <a:latin typeface="Abadi" panose="020B0604020104020204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6" name="Freihandform: Form 6">
            <a:extLst>
              <a:ext uri="{FF2B5EF4-FFF2-40B4-BE49-F238E27FC236}">
                <a16:creationId xmlns:a16="http://schemas.microsoft.com/office/drawing/2014/main" id="{4D27EAE5-5D14-4E2B-9A4E-E1CE7C26F40F}"/>
              </a:ext>
            </a:extLst>
          </p:cNvPr>
          <p:cNvSpPr/>
          <p:nvPr userDrawn="1"/>
        </p:nvSpPr>
        <p:spPr>
          <a:xfrm>
            <a:off x="630971" y="606175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29" name="Freihand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28" name="Freihand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30" name="Freihand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01796F5D-2CC8-44C2-B5B5-E61BEFFF5A72}"/>
              </a:ext>
            </a:extLst>
          </p:cNvPr>
          <p:cNvSpPr/>
          <p:nvPr userDrawn="1"/>
        </p:nvSpPr>
        <p:spPr>
          <a:xfrm>
            <a:off x="5252937" y="2290859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73093633-6A91-42B5-961C-4B3A5DDF2146}"/>
              </a:ext>
            </a:extLst>
          </p:cNvPr>
          <p:cNvSpPr/>
          <p:nvPr userDrawn="1"/>
        </p:nvSpPr>
        <p:spPr>
          <a:xfrm>
            <a:off x="6310033" y="405642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862097048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14" name="Inhaltsplatzhalter 47">
            <a:extLst>
              <a:ext uri="{FF2B5EF4-FFF2-40B4-BE49-F238E27FC236}">
                <a16:creationId xmlns:a16="http://schemas.microsoft.com/office/drawing/2014/main" id="{E61594E5-F661-407F-9B5E-62267D2E6AA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988BDF24-3B67-5B77-0D48-319FA7FD0F6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745001" y="0"/>
            <a:ext cx="6446999" cy="6858000"/>
          </a:xfrm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  <p:txBody>
          <a:bodyPr wrap="square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de-DE" dirty="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e-DE"/>
            </a:pPr>
            <a:r>
              <a:rPr lang="de-DE"/>
              <a:t>Klicken Sie, um ein Bild hinzuzufügen.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18" name="Sechseck 17">
            <a:extLst>
              <a:ext uri="{FF2B5EF4-FFF2-40B4-BE49-F238E27FC236}">
                <a16:creationId xmlns:a16="http://schemas.microsoft.com/office/drawing/2014/main" id="{ADF8D8A3-175E-9A50-A98B-3766DAAB5EE2}"/>
              </a:ext>
            </a:extLst>
          </p:cNvPr>
          <p:cNvSpPr/>
          <p:nvPr userDrawn="1"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1" name="Text 47" descr="Klicken Sie, um ein Bild hinzuzufügen.">
            <a:extLst>
              <a:ext uri="{FF2B5EF4-FFF2-40B4-BE49-F238E27FC236}">
                <a16:creationId xmlns:a16="http://schemas.microsoft.com/office/drawing/2014/main" id="{B264F104-ED4D-9A7F-E598-295893E05B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13000"/>
              </a:lnSpc>
              <a:buNone/>
              <a:defRPr lang="de-DE" sz="1800" b="1" cap="all" baseline="0">
                <a:solidFill>
                  <a:schemeClr val="tx2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7A084A88-6A62-9495-6CFE-1127D5CAAAB2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581710" y="555648"/>
            <a:ext cx="5045662" cy="5783096"/>
          </a:xfrm>
          <a:custGeom>
            <a:avLst/>
            <a:gdLst>
              <a:gd name="connsiteX0" fmla="*/ 2523318 w 5045662"/>
              <a:gd name="connsiteY0" fmla="*/ 1092708 h 5783096"/>
              <a:gd name="connsiteX1" fmla="*/ 1083139 w 5045662"/>
              <a:gd name="connsiteY1" fmla="*/ 1991697 h 5783096"/>
              <a:gd name="connsiteX2" fmla="*/ 1083139 w 5045662"/>
              <a:gd name="connsiteY2" fmla="*/ 3787311 h 5783096"/>
              <a:gd name="connsiteX3" fmla="*/ 2523318 w 5045662"/>
              <a:gd name="connsiteY3" fmla="*/ 4686300 h 5783096"/>
              <a:gd name="connsiteX4" fmla="*/ 3963497 w 5045662"/>
              <a:gd name="connsiteY4" fmla="*/ 3787311 h 5783096"/>
              <a:gd name="connsiteX5" fmla="*/ 3963497 w 5045662"/>
              <a:gd name="connsiteY5" fmla="*/ 1991697 h 5783096"/>
              <a:gd name="connsiteX6" fmla="*/ 2470122 w 5045662"/>
              <a:gd name="connsiteY6" fmla="*/ 0 h 5783096"/>
              <a:gd name="connsiteX7" fmla="*/ 5037208 w 5045662"/>
              <a:gd name="connsiteY7" fmla="*/ 1458369 h 5783096"/>
              <a:gd name="connsiteX8" fmla="*/ 5045662 w 5045662"/>
              <a:gd name="connsiteY8" fmla="*/ 4339769 h 5783096"/>
              <a:gd name="connsiteX9" fmla="*/ 2561576 w 5045662"/>
              <a:gd name="connsiteY9" fmla="*/ 5783096 h 5783096"/>
              <a:gd name="connsiteX10" fmla="*/ 24164 w 5045662"/>
              <a:gd name="connsiteY10" fmla="*/ 4354881 h 5783096"/>
              <a:gd name="connsiteX11" fmla="*/ 0 w 5045662"/>
              <a:gd name="connsiteY11" fmla="*/ 1453765 h 5783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045662" h="5783096">
                <a:moveTo>
                  <a:pt x="2523318" y="1092708"/>
                </a:moveTo>
                <a:lnTo>
                  <a:pt x="1083139" y="1991697"/>
                </a:lnTo>
                <a:lnTo>
                  <a:pt x="1083139" y="3787311"/>
                </a:lnTo>
                <a:lnTo>
                  <a:pt x="2523318" y="4686300"/>
                </a:lnTo>
                <a:lnTo>
                  <a:pt x="3963497" y="3787311"/>
                </a:lnTo>
                <a:lnTo>
                  <a:pt x="3963497" y="1991697"/>
                </a:lnTo>
                <a:close/>
                <a:moveTo>
                  <a:pt x="2470122" y="0"/>
                </a:moveTo>
                <a:lnTo>
                  <a:pt x="5037208" y="1458369"/>
                </a:lnTo>
                <a:cubicBezTo>
                  <a:pt x="5040026" y="2418836"/>
                  <a:pt x="5042844" y="3379302"/>
                  <a:pt x="5045662" y="4339769"/>
                </a:cubicBezTo>
                <a:lnTo>
                  <a:pt x="2561576" y="5783096"/>
                </a:lnTo>
                <a:lnTo>
                  <a:pt x="24164" y="4354881"/>
                </a:lnTo>
                <a:lnTo>
                  <a:pt x="0" y="1453765"/>
                </a:lnTo>
                <a:close/>
              </a:path>
            </a:pathLst>
          </a:custGeom>
        </p:spPr>
        <p:txBody>
          <a:bodyPr wrap="square" tIns="457200" rtlCol="0">
            <a:noAutofit/>
          </a:bodyPr>
          <a:lstStyle>
            <a:lvl1pPr marL="0" indent="0" algn="ctr">
              <a:buNone/>
              <a:defRPr lang="de-DE"/>
            </a:lvl1pPr>
          </a:lstStyle>
          <a:p>
            <a:pPr rtl="0"/>
            <a:r>
              <a:rPr lang="de-DE"/>
              <a:t>Klicken Sie, um ein Bild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42BC57-1D8D-9F59-24F9-1E823227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11" name="Inhaltsplatzhalter 47">
            <a:extLst>
              <a:ext uri="{FF2B5EF4-FFF2-40B4-BE49-F238E27FC236}">
                <a16:creationId xmlns:a16="http://schemas.microsoft.com/office/drawing/2014/main" id="{561744A6-D3EA-42C3-8E71-3BB8BA1E6149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</p:spPr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Hier klicken, um den Master-Textstil zu bearbeiten</a:t>
            </a:r>
            <a:endParaRPr lang="de-DE" alt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1C82179-6F61-D1EC-D800-74B748B37F0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803A51-0211-9F66-D20B-444BC94AA39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2676827205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mit Desi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platzhalt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10" name="Tabellenplatzhalter">
            <a:extLst>
              <a:ext uri="{FF2B5EF4-FFF2-40B4-BE49-F238E27FC236}">
                <a16:creationId xmlns:a16="http://schemas.microsoft.com/office/drawing/2014/main" id="{CFC5FF09-DE50-4155-81A0-5DD9B700F205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</p:spPr>
        <p:txBody>
          <a:bodyPr rtlCol="0">
            <a:noAutofit/>
          </a:bodyPr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Hier klicken, um den Master-Textstil zu bearbeiten</a:t>
            </a:r>
            <a:endParaRPr lang="de-DE" altLang="en-US"/>
          </a:p>
        </p:txBody>
      </p:sp>
      <p:sp>
        <p:nvSpPr>
          <p:cNvPr id="9" name="Freihandform: Form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3" name="Freihandform: Form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iere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8BF58E95-E9E1-28E6-FB2F-DE8088922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79" y="1856195"/>
            <a:ext cx="4518122" cy="1688906"/>
          </a:xfrm>
        </p:spPr>
        <p:txBody>
          <a:bodyPr rtlCol="0" anchor="b">
            <a:noAutofit/>
          </a:bodyPr>
          <a:lstStyle>
            <a:lvl1pPr>
              <a:defRPr lang="de-DE" sz="2700">
                <a:latin typeface="+mn-lt"/>
              </a:defRPr>
            </a:lvl1pPr>
          </a:lstStyle>
          <a:p>
            <a:pPr rtl="0"/>
            <a:r>
              <a:rPr lang="de-DE" noProof="0"/>
              <a:t>Hier klicken, um den Textstil zu bearbeiten</a:t>
            </a:r>
          </a:p>
        </p:txBody>
      </p:sp>
      <p:sp>
        <p:nvSpPr>
          <p:cNvPr id="11" name="Untertitel 47">
            <a:extLst>
              <a:ext uri="{FF2B5EF4-FFF2-40B4-BE49-F238E27FC236}">
                <a16:creationId xmlns:a16="http://schemas.microsoft.com/office/drawing/2014/main" id="{3B45AD65-2B81-A368-E5F0-5C61D0B1DF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de-DE" sz="1500" b="0">
                <a:solidFill>
                  <a:schemeClr val="accent2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Textmasterformat durch Klicken bearbeiten </a:t>
            </a:r>
          </a:p>
        </p:txBody>
      </p:sp>
      <p:sp>
        <p:nvSpPr>
          <p:cNvPr id="4" name="Freihandform: Form 5">
            <a:extLst>
              <a:ext uri="{FF2B5EF4-FFF2-40B4-BE49-F238E27FC236}">
                <a16:creationId xmlns:a16="http://schemas.microsoft.com/office/drawing/2014/main" id="{0CA4AA19-0D07-46AB-AC12-64054BBBB499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5" name="Freihandform: Form 6">
            <a:extLst>
              <a:ext uri="{FF2B5EF4-FFF2-40B4-BE49-F238E27FC236}">
                <a16:creationId xmlns:a16="http://schemas.microsoft.com/office/drawing/2014/main" id="{DF781D9E-0DF5-4DDA-84E6-35DFB054158C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1600" noProof="0"/>
          </a:p>
        </p:txBody>
      </p:sp>
      <p:sp>
        <p:nvSpPr>
          <p:cNvPr id="6" name="Freihandform: Form 7">
            <a:extLst>
              <a:ext uri="{FF2B5EF4-FFF2-40B4-BE49-F238E27FC236}">
                <a16:creationId xmlns:a16="http://schemas.microsoft.com/office/drawing/2014/main" id="{86BA1075-E23C-4BC9-8F67-B2E408F864D2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8" name="Freihandform: Form 11">
            <a:extLst>
              <a:ext uri="{FF2B5EF4-FFF2-40B4-BE49-F238E27FC236}">
                <a16:creationId xmlns:a16="http://schemas.microsoft.com/office/drawing/2014/main" id="{B2A4CA75-D17E-243B-9C56-A63C75AF6D56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964077E-956B-EA3A-700F-A833D82341F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ED455D4-27F3-B6AD-2A20-7475F307E5E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125641223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ammitgli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platzhalter 4">
            <a:extLst>
              <a:ext uri="{FF2B5EF4-FFF2-40B4-BE49-F238E27FC236}">
                <a16:creationId xmlns:a16="http://schemas.microsoft.com/office/drawing/2014/main" id="{DCA6F28B-ACF1-D3CB-8968-4F64BEA0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/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60" name="Inhaltsplatzhalter 47">
            <a:extLst>
              <a:ext uri="{FF2B5EF4-FFF2-40B4-BE49-F238E27FC236}">
                <a16:creationId xmlns:a16="http://schemas.microsoft.com/office/drawing/2014/main" id="{E2F72F6F-0172-47B0-8D9E-0EED383332E2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52" name="Inhaltsplatzhalter 47" descr="Klicken Sie, um ein Bild hinzuzufügen.">
            <a:extLst>
              <a:ext uri="{FF2B5EF4-FFF2-40B4-BE49-F238E27FC236}">
                <a16:creationId xmlns:a16="http://schemas.microsoft.com/office/drawing/2014/main" id="{2369DDD8-CFC2-4980-A0DB-411AA173B4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53" name="Inhaltsplatzhalter 47">
            <a:extLst>
              <a:ext uri="{FF2B5EF4-FFF2-40B4-BE49-F238E27FC236}">
                <a16:creationId xmlns:a16="http://schemas.microsoft.com/office/drawing/2014/main" id="{B66AC261-5929-40D2-A646-8F16675DE3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61" name="Inhaltsplatzhalter 47">
            <a:extLst>
              <a:ext uri="{FF2B5EF4-FFF2-40B4-BE49-F238E27FC236}">
                <a16:creationId xmlns:a16="http://schemas.microsoft.com/office/drawing/2014/main" id="{B33A9FB2-1610-4389-B352-D99255F77BEC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21" name="Inhaltsplatzhalter 47" descr="Klicken Sie, um ein Bild hinzuzufügen.">
            <a:extLst>
              <a:ext uri="{FF2B5EF4-FFF2-40B4-BE49-F238E27FC236}">
                <a16:creationId xmlns:a16="http://schemas.microsoft.com/office/drawing/2014/main" id="{DEE851A8-3FB7-B319-A053-BE08A45763C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2" name="Inhaltsplatzhalter 47">
            <a:extLst>
              <a:ext uri="{FF2B5EF4-FFF2-40B4-BE49-F238E27FC236}">
                <a16:creationId xmlns:a16="http://schemas.microsoft.com/office/drawing/2014/main" id="{5743B59B-3EAA-B249-07CE-9C9C5B0B6A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62" name="Inhaltsplatzhalter 47">
            <a:extLst>
              <a:ext uri="{FF2B5EF4-FFF2-40B4-BE49-F238E27FC236}">
                <a16:creationId xmlns:a16="http://schemas.microsoft.com/office/drawing/2014/main" id="{0AC60B87-71AC-4AA8-9AE7-B3B427BACB12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19" name="Inhaltsplatzhalter 47" descr="Klicken Sie, um ein Bild hinzuzufügen.">
            <a:extLst>
              <a:ext uri="{FF2B5EF4-FFF2-40B4-BE49-F238E27FC236}">
                <a16:creationId xmlns:a16="http://schemas.microsoft.com/office/drawing/2014/main" id="{110FBA5D-2CEB-4D44-16CA-0F24099B140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0" name="Inhaltsplatzhalter 47">
            <a:extLst>
              <a:ext uri="{FF2B5EF4-FFF2-40B4-BE49-F238E27FC236}">
                <a16:creationId xmlns:a16="http://schemas.microsoft.com/office/drawing/2014/main" id="{2108E774-D145-FA07-58F1-7DB37A30A59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63" name="Inhaltsplatzhalter 47">
            <a:extLst>
              <a:ext uri="{FF2B5EF4-FFF2-40B4-BE49-F238E27FC236}">
                <a16:creationId xmlns:a16="http://schemas.microsoft.com/office/drawing/2014/main" id="{05B25D7D-82BA-4FF5-9C92-4AD18184751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25" name="Inhaltsplatzhalter 47" descr="Klicken Sie, um ein Bild hinzuzufügen.">
            <a:extLst>
              <a:ext uri="{FF2B5EF4-FFF2-40B4-BE49-F238E27FC236}">
                <a16:creationId xmlns:a16="http://schemas.microsoft.com/office/drawing/2014/main" id="{A9C2624B-E6E6-C673-E8FF-F4BF909C3AC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6" name="Inhaltsplatzhalter 47">
            <a:extLst>
              <a:ext uri="{FF2B5EF4-FFF2-40B4-BE49-F238E27FC236}">
                <a16:creationId xmlns:a16="http://schemas.microsoft.com/office/drawing/2014/main" id="{A003837A-CCD7-3699-D86F-CB884CA4C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9028585-56FF-7B3D-783D-D06964F7C099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090978-DDC9-0FA2-2CFD-733C8B854F3C}"/>
              </a:ext>
            </a:extLst>
          </p:cNvPr>
          <p:cNvSpPr>
            <a:spLocks noGrp="1"/>
          </p:cNvSpPr>
          <p:nvPr>
            <p:ph type="sldNum" sz="quarter" idx="59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226368387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Teammitgli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B92FA2A-46BA-2A19-C3CE-EC6985867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</p:spPr>
        <p:txBody>
          <a:bodyPr rtlCol="0" anchor="t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8" name="Inhaltsplatzhalter 47">
            <a:extLst>
              <a:ext uri="{FF2B5EF4-FFF2-40B4-BE49-F238E27FC236}">
                <a16:creationId xmlns:a16="http://schemas.microsoft.com/office/drawing/2014/main" id="{BF9EDF7D-3BB1-43C0-92BB-091CCC520477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426979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39" name="Inhaltsplatzhalter 47" descr="Klicken Sie, um ein Bild hinzuzufügen.">
            <a:extLst>
              <a:ext uri="{FF2B5EF4-FFF2-40B4-BE49-F238E27FC236}">
                <a16:creationId xmlns:a16="http://schemas.microsoft.com/office/drawing/2014/main" id="{15896C2C-7C25-4BC0-AF9B-DF590A2909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40" name="Inhaltsplatzhalter 47">
            <a:extLst>
              <a:ext uri="{FF2B5EF4-FFF2-40B4-BE49-F238E27FC236}">
                <a16:creationId xmlns:a16="http://schemas.microsoft.com/office/drawing/2014/main" id="{CAC554EF-FF8F-4055-A716-E82F461413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lang="de-DE" sz="1400" b="0" i="0">
                <a:solidFill>
                  <a:schemeClr val="bg1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56" name="Inhaltsplatzhalter 47">
            <a:extLst>
              <a:ext uri="{FF2B5EF4-FFF2-40B4-BE49-F238E27FC236}">
                <a16:creationId xmlns:a16="http://schemas.microsoft.com/office/drawing/2014/main" id="{4F0742C0-A9F2-4886-B17E-6915399483C3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805991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1" name="Inhaltsplatzhalter 47" descr="Klicken Sie, um ein Bild hinzuzufügen.">
            <a:extLst>
              <a:ext uri="{FF2B5EF4-FFF2-40B4-BE49-F238E27FC236}">
                <a16:creationId xmlns:a16="http://schemas.microsoft.com/office/drawing/2014/main" id="{CE3DC674-39AB-43B9-AC30-97A68D22159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42" name="Inhaltsplatzhalter 47">
            <a:extLst>
              <a:ext uri="{FF2B5EF4-FFF2-40B4-BE49-F238E27FC236}">
                <a16:creationId xmlns:a16="http://schemas.microsoft.com/office/drawing/2014/main" id="{F12189CA-0E22-41A5-91FD-03761860993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48" name="Inhaltsplatzhalter 47">
            <a:extLst>
              <a:ext uri="{FF2B5EF4-FFF2-40B4-BE49-F238E27FC236}">
                <a16:creationId xmlns:a16="http://schemas.microsoft.com/office/drawing/2014/main" id="{A962C62E-F92F-445A-9243-8B433747A548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426979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3" name="Inhaltsplatzhalter 47" descr="Klicken Sie, um ein Bild hinzuzufügen.">
            <a:extLst>
              <a:ext uri="{FF2B5EF4-FFF2-40B4-BE49-F238E27FC236}">
                <a16:creationId xmlns:a16="http://schemas.microsoft.com/office/drawing/2014/main" id="{DE6F9463-BB2D-43FC-BE8F-21D3F9A2539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44" name="Inhaltsplatzhalter 47">
            <a:extLst>
              <a:ext uri="{FF2B5EF4-FFF2-40B4-BE49-F238E27FC236}">
                <a16:creationId xmlns:a16="http://schemas.microsoft.com/office/drawing/2014/main" id="{7DF27694-08A2-4530-B763-5A9B9D4DC6E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61" name="Inhaltsplatzhalter 47">
            <a:extLst>
              <a:ext uri="{FF2B5EF4-FFF2-40B4-BE49-F238E27FC236}">
                <a16:creationId xmlns:a16="http://schemas.microsoft.com/office/drawing/2014/main" id="{2EA753B3-D0BB-4484-85D1-E28345D99F4C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805991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5" name="Inhaltsplatzhalter 47" descr="Klicken Sie, um ein Bild hinzuzufügen.">
            <a:extLst>
              <a:ext uri="{FF2B5EF4-FFF2-40B4-BE49-F238E27FC236}">
                <a16:creationId xmlns:a16="http://schemas.microsoft.com/office/drawing/2014/main" id="{20398AA4-3D68-487D-BE7C-9F1D45E3F5F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46" name="Inhaltsplatzhalter 47">
            <a:extLst>
              <a:ext uri="{FF2B5EF4-FFF2-40B4-BE49-F238E27FC236}">
                <a16:creationId xmlns:a16="http://schemas.microsoft.com/office/drawing/2014/main" id="{6B623D7A-5E96-42AB-9B1F-14E445503187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49" name="Inhaltsplatzhalter 47">
            <a:extLst>
              <a:ext uri="{FF2B5EF4-FFF2-40B4-BE49-F238E27FC236}">
                <a16:creationId xmlns:a16="http://schemas.microsoft.com/office/drawing/2014/main" id="{EAA5B0EA-1F3B-4D8B-9BB9-F9037A393705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426979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7" name="Inhaltsplatzhalter 47" descr="Klicken Sie, um ein Bild hinzuzufügen.">
            <a:extLst>
              <a:ext uri="{FF2B5EF4-FFF2-40B4-BE49-F238E27FC236}">
                <a16:creationId xmlns:a16="http://schemas.microsoft.com/office/drawing/2014/main" id="{2C93687D-1E42-4B01-9F16-9FA098CE115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50" name="Inhaltsplatzhalter 47">
            <a:extLst>
              <a:ext uri="{FF2B5EF4-FFF2-40B4-BE49-F238E27FC236}">
                <a16:creationId xmlns:a16="http://schemas.microsoft.com/office/drawing/2014/main" id="{7AB91474-458B-45F7-9773-FA375C2CF7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62" name="Inhaltsplatzhalter 47">
            <a:extLst>
              <a:ext uri="{FF2B5EF4-FFF2-40B4-BE49-F238E27FC236}">
                <a16:creationId xmlns:a16="http://schemas.microsoft.com/office/drawing/2014/main" id="{52E587E7-A09A-4FB2-8774-8073E737F10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805991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51" name="Inhaltsplatzhalter 47" descr="Klicken Sie, um ein Bild hinzuzufügen.">
            <a:extLst>
              <a:ext uri="{FF2B5EF4-FFF2-40B4-BE49-F238E27FC236}">
                <a16:creationId xmlns:a16="http://schemas.microsoft.com/office/drawing/2014/main" id="{FBF01DC7-D684-4484-B2AA-B50F7B1A00D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52" name="Inhaltsplatzhalter 47">
            <a:extLst>
              <a:ext uri="{FF2B5EF4-FFF2-40B4-BE49-F238E27FC236}">
                <a16:creationId xmlns:a16="http://schemas.microsoft.com/office/drawing/2014/main" id="{6046C90F-8A25-4E70-9BC9-4496C6B94EB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55" name="Inhaltsplatzhalter 47">
            <a:extLst>
              <a:ext uri="{FF2B5EF4-FFF2-40B4-BE49-F238E27FC236}">
                <a16:creationId xmlns:a16="http://schemas.microsoft.com/office/drawing/2014/main" id="{D05B9A22-6B21-40BB-BBC1-9586C432A97B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426979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53" name="Inhaltsplatzhalter 47" descr="Klicken Sie, um ein Bild hinzuzufügen.">
            <a:extLst>
              <a:ext uri="{FF2B5EF4-FFF2-40B4-BE49-F238E27FC236}">
                <a16:creationId xmlns:a16="http://schemas.microsoft.com/office/drawing/2014/main" id="{F5E2B418-8D0E-4995-A3ED-4348C6F4A1AF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58" name="Inhaltsplatzhalter 47">
            <a:extLst>
              <a:ext uri="{FF2B5EF4-FFF2-40B4-BE49-F238E27FC236}">
                <a16:creationId xmlns:a16="http://schemas.microsoft.com/office/drawing/2014/main" id="{90A2A6E4-4D11-4F28-9D68-BC28580EBC0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63" name="Inhaltsplatzhalter 47">
            <a:extLst>
              <a:ext uri="{FF2B5EF4-FFF2-40B4-BE49-F238E27FC236}">
                <a16:creationId xmlns:a16="http://schemas.microsoft.com/office/drawing/2014/main" id="{A74DEBE4-2F74-4EB7-9501-8D37A3151B2A}"/>
              </a:ext>
            </a:extLst>
          </p:cNvPr>
          <p:cNvSpPr>
            <a:spLocks noGrp="1"/>
          </p:cNvSpPr>
          <p:nvPr>
            <p:ph type="pic" sz="quarter" idx="75"/>
          </p:nvPr>
        </p:nvSpPr>
        <p:spPr>
          <a:xfrm>
            <a:off x="805991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59" name="Inhaltsplatzhalter 47" descr="Klicken Sie, um ein Bild hinzuzufügen.">
            <a:extLst>
              <a:ext uri="{FF2B5EF4-FFF2-40B4-BE49-F238E27FC236}">
                <a16:creationId xmlns:a16="http://schemas.microsoft.com/office/drawing/2014/main" id="{070D69EE-1032-4604-B201-FD13AE846E9E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60" name="Inhaltsplatzhalter 47">
            <a:extLst>
              <a:ext uri="{FF2B5EF4-FFF2-40B4-BE49-F238E27FC236}">
                <a16:creationId xmlns:a16="http://schemas.microsoft.com/office/drawing/2014/main" id="{B65187B8-CD7A-46B0-A851-E2456586E758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2964988-2386-5A15-B085-00BD5D58E53C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2CC095-C330-BF75-42CE-50A46EAD82C5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 rtlCol="0">
            <a:noAutofit/>
          </a:bodyPr>
          <a:lstStyle>
            <a:lvl1pPr>
              <a:defRPr lang="de-DE" b="0"/>
            </a:lvl1pPr>
          </a:lstStyle>
          <a:p>
            <a:pPr rtl="0"/>
            <a:fld id="{47FEACEE-25B4-4A2D-B147-27296E36371D}" type="slidenum">
              <a:rPr lang="de-DE" altLang="zh-CN" smtClean="0"/>
              <a:pPr rtl="0"/>
              <a:t>‹#›</a:t>
            </a:fld>
            <a:endParaRPr lang="de-DE" altLang="zh-CN"/>
          </a:p>
        </p:txBody>
      </p:sp>
    </p:spTree>
    <p:extLst>
      <p:ext uri="{BB962C8B-B14F-4D97-AF65-F5344CB8AC3E}">
        <p14:creationId xmlns:p14="http://schemas.microsoft.com/office/powerpoint/2010/main" val="3743117437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palte mit Symbo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ihandform: Form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5" name="Freihandform: Form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6" name="Freihandform: Form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7" name="Freihandform: Form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31" name="Inhaltsplatzhalter 47" descr="Klicken Sie, um ein Bild hinzuzufügen.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32" name="Inhaltsplatzhalter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33" name="Inhaltsplatzhalter 47" descr="Klicken Sie, um ein Bild hinzuzufügen.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34" name="Inhaltsplatzhalter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35" name="Inhaltsplatzhalter 47" descr="Klicken Sie, um ein Bild hinzuzufügen.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36" name="Inhaltsplatzhalter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37" name="Inhaltsplatzhalter 47" descr="Klicken Sie, um ein Bild hinzuzufügen.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38" name="Inhaltsplatzhalter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39" name="Inhaltsplatzhalter 47" descr="Klicken Sie, um ein Bild hinzuzufügen.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40" name="Inhaltsplatzhalter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altLang="zh-CN" sz="1400" b="0" i="0" kern="1200" dirty="0">
                <a:solidFill>
                  <a:schemeClr val="bg1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41" name="Inhaltsplatzhalter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2" name="Inhaltsplatzhalter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3" name="Inhaltsplatzhalter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4" name="Inhaltsplatzhalter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45" name="Inhaltsplatzhalter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25" name="Titelplatzhalter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/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69331733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nhaltsplatzhalter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30" name="Inhaltsplatzhalter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31" name="Inhaltsplatzhalter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33" name="Inhaltsplatzhalter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37" name="Inhaltsplatzhalter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27" name="Inhaltsplatzhalter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de-DE" sz="1800" b="1" i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Hier klicken, um den Master-Titelstil zu bearbeiten</a:t>
            </a:r>
            <a:endParaRPr lang="de-DE" altLang="en-US"/>
          </a:p>
        </p:txBody>
      </p:sp>
      <p:sp>
        <p:nvSpPr>
          <p:cNvPr id="24" name="Titelplatzhalter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/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5" name="Inhaltsplatzhalter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de-DE" sz="1800" b="1" i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Hier klicken, um den Master-Titelstil zu bearbeiten</a:t>
            </a:r>
            <a:endParaRPr lang="de-DE" altLang="en-US"/>
          </a:p>
        </p:txBody>
      </p:sp>
      <p:sp>
        <p:nvSpPr>
          <p:cNvPr id="26" name="Inhaltsplatzhalter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de-DE" sz="1800" b="1" i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Hier klicken, um den Master-Titelstil zu bearbeiten</a:t>
            </a:r>
            <a:endParaRPr lang="de-DE" altLang="en-US"/>
          </a:p>
        </p:txBody>
      </p:sp>
      <p:sp>
        <p:nvSpPr>
          <p:cNvPr id="28" name="Inhaltsplatzhalter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de-DE" sz="1800" b="1" i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Hier klicken, um den Master-Titelstil zu bearbeiten</a:t>
            </a:r>
            <a:endParaRPr lang="de-DE" altLang="en-US"/>
          </a:p>
        </p:txBody>
      </p:sp>
      <p:sp>
        <p:nvSpPr>
          <p:cNvPr id="29" name="Inhaltsplatzhalter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bg1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de-DE" sz="1800" b="1" i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Hier klicken, um den Master-Titelstil zu bearbeiten</a:t>
            </a:r>
            <a:endParaRPr lang="de-DE" altLang="en-US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2649859209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le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Freihandform: Form 25">
            <a:extLst>
              <a:ext uri="{FF2B5EF4-FFF2-40B4-BE49-F238E27FC236}">
                <a16:creationId xmlns:a16="http://schemas.microsoft.com/office/drawing/2014/main" id="{D61EE2E4-C5DD-4944-B70C-8F0A3F741A59}"/>
              </a:ext>
            </a:extLst>
          </p:cNvPr>
          <p:cNvSpPr/>
          <p:nvPr userDrawn="1"/>
        </p:nvSpPr>
        <p:spPr>
          <a:xfrm>
            <a:off x="1295508" y="3039919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7" name="Freihandform: Form 26">
            <a:extLst>
              <a:ext uri="{FF2B5EF4-FFF2-40B4-BE49-F238E27FC236}">
                <a16:creationId xmlns:a16="http://schemas.microsoft.com/office/drawing/2014/main" id="{91FA36A8-94E8-4069-B957-F7145D77BD5F}"/>
              </a:ext>
            </a:extLst>
          </p:cNvPr>
          <p:cNvSpPr/>
          <p:nvPr userDrawn="1"/>
        </p:nvSpPr>
        <p:spPr>
          <a:xfrm>
            <a:off x="3670763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8" name="Freihandform: Form 27">
            <a:extLst>
              <a:ext uri="{FF2B5EF4-FFF2-40B4-BE49-F238E27FC236}">
                <a16:creationId xmlns:a16="http://schemas.microsoft.com/office/drawing/2014/main" id="{7D38D67C-B6B8-4EB2-BC07-4A8128F44D16}"/>
              </a:ext>
            </a:extLst>
          </p:cNvPr>
          <p:cNvSpPr/>
          <p:nvPr userDrawn="1"/>
        </p:nvSpPr>
        <p:spPr>
          <a:xfrm>
            <a:off x="4865676" y="3722308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9" name="Freihandform: Form 28">
            <a:extLst>
              <a:ext uri="{FF2B5EF4-FFF2-40B4-BE49-F238E27FC236}">
                <a16:creationId xmlns:a16="http://schemas.microsoft.com/office/drawing/2014/main" id="{6B2E4C8C-D96E-4A66-A3D2-3580DACCF801}"/>
              </a:ext>
            </a:extLst>
          </p:cNvPr>
          <p:cNvSpPr/>
          <p:nvPr userDrawn="1"/>
        </p:nvSpPr>
        <p:spPr>
          <a:xfrm>
            <a:off x="7245668" y="3725411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0" name="Freihandform: Form 29">
            <a:extLst>
              <a:ext uri="{FF2B5EF4-FFF2-40B4-BE49-F238E27FC236}">
                <a16:creationId xmlns:a16="http://schemas.microsoft.com/office/drawing/2014/main" id="{74E0B8B0-45C7-4733-BBDC-B82F9307E431}"/>
              </a:ext>
            </a:extLst>
          </p:cNvPr>
          <p:cNvSpPr/>
          <p:nvPr userDrawn="1"/>
        </p:nvSpPr>
        <p:spPr>
          <a:xfrm>
            <a:off x="8440729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1" name="Freihandform: Form 30">
            <a:extLst>
              <a:ext uri="{FF2B5EF4-FFF2-40B4-BE49-F238E27FC236}">
                <a16:creationId xmlns:a16="http://schemas.microsoft.com/office/drawing/2014/main" id="{F0BBECC2-631C-4C53-A9E8-6C87D48A3B01}"/>
              </a:ext>
            </a:extLst>
          </p:cNvPr>
          <p:cNvSpPr/>
          <p:nvPr userDrawn="1"/>
        </p:nvSpPr>
        <p:spPr>
          <a:xfrm>
            <a:off x="1274779" y="1667026"/>
            <a:ext cx="7152768" cy="2736950"/>
          </a:xfrm>
          <a:custGeom>
            <a:avLst/>
            <a:gdLst>
              <a:gd name="connsiteX0" fmla="*/ 0 w 5958191"/>
              <a:gd name="connsiteY0" fmla="*/ 2052536 h 2733472"/>
              <a:gd name="connsiteX1" fmla="*/ 1186774 w 5958191"/>
              <a:gd name="connsiteY1" fmla="*/ 1361872 h 2733472"/>
              <a:gd name="connsiteX2" fmla="*/ 2368685 w 5958191"/>
              <a:gd name="connsiteY2" fmla="*/ 2057400 h 2733472"/>
              <a:gd name="connsiteX3" fmla="*/ 2378413 w 5958191"/>
              <a:gd name="connsiteY3" fmla="*/ 690664 h 2733472"/>
              <a:gd name="connsiteX4" fmla="*/ 3570051 w 5958191"/>
              <a:gd name="connsiteY4" fmla="*/ 0 h 2733472"/>
              <a:gd name="connsiteX5" fmla="*/ 4761689 w 5958191"/>
              <a:gd name="connsiteY5" fmla="*/ 680936 h 2733472"/>
              <a:gd name="connsiteX6" fmla="*/ 4756825 w 5958191"/>
              <a:gd name="connsiteY6" fmla="*/ 2052536 h 2733472"/>
              <a:gd name="connsiteX7" fmla="*/ 5958191 w 5958191"/>
              <a:gd name="connsiteY7" fmla="*/ 2733472 h 2733472"/>
              <a:gd name="connsiteX8" fmla="*/ 5958191 w 5958191"/>
              <a:gd name="connsiteY8" fmla="*/ 2733472 h 2733472"/>
              <a:gd name="connsiteX0" fmla="*/ 0 w 7159557"/>
              <a:gd name="connsiteY0" fmla="*/ 2052536 h 2733472"/>
              <a:gd name="connsiteX1" fmla="*/ 1186774 w 7159557"/>
              <a:gd name="connsiteY1" fmla="*/ 1361872 h 2733472"/>
              <a:gd name="connsiteX2" fmla="*/ 2368685 w 7159557"/>
              <a:gd name="connsiteY2" fmla="*/ 2057400 h 2733472"/>
              <a:gd name="connsiteX3" fmla="*/ 2378413 w 7159557"/>
              <a:gd name="connsiteY3" fmla="*/ 690664 h 2733472"/>
              <a:gd name="connsiteX4" fmla="*/ 3570051 w 7159557"/>
              <a:gd name="connsiteY4" fmla="*/ 0 h 2733472"/>
              <a:gd name="connsiteX5" fmla="*/ 4761689 w 7159557"/>
              <a:gd name="connsiteY5" fmla="*/ 680936 h 2733472"/>
              <a:gd name="connsiteX6" fmla="*/ 4756825 w 7159557"/>
              <a:gd name="connsiteY6" fmla="*/ 2052536 h 2733472"/>
              <a:gd name="connsiteX7" fmla="*/ 5958191 w 7159557"/>
              <a:gd name="connsiteY7" fmla="*/ 2733472 h 2733472"/>
              <a:gd name="connsiteX8" fmla="*/ 7159557 w 7159557"/>
              <a:gd name="connsiteY8" fmla="*/ 2067128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62264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7400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2536 h 2733472"/>
              <a:gd name="connsiteX0" fmla="*/ 0 w 7159556"/>
              <a:gd name="connsiteY0" fmla="*/ 2052536 h 2733472"/>
              <a:gd name="connsiteX1" fmla="*/ 1186774 w 7159556"/>
              <a:gd name="connsiteY1" fmla="*/ 1361872 h 2733472"/>
              <a:gd name="connsiteX2" fmla="*/ 2368685 w 7159556"/>
              <a:gd name="connsiteY2" fmla="*/ 2057400 h 2733472"/>
              <a:gd name="connsiteX3" fmla="*/ 2378413 w 7159556"/>
              <a:gd name="connsiteY3" fmla="*/ 690664 h 2733472"/>
              <a:gd name="connsiteX4" fmla="*/ 3570051 w 7159556"/>
              <a:gd name="connsiteY4" fmla="*/ 0 h 2733472"/>
              <a:gd name="connsiteX5" fmla="*/ 4761689 w 7159556"/>
              <a:gd name="connsiteY5" fmla="*/ 680936 h 2733472"/>
              <a:gd name="connsiteX6" fmla="*/ 4756825 w 7159556"/>
              <a:gd name="connsiteY6" fmla="*/ 2052536 h 2733472"/>
              <a:gd name="connsiteX7" fmla="*/ 5958191 w 7159556"/>
              <a:gd name="connsiteY7" fmla="*/ 2733472 h 2733472"/>
              <a:gd name="connsiteX8" fmla="*/ 7159556 w 7159556"/>
              <a:gd name="connsiteY8" fmla="*/ 2052536 h 2733472"/>
              <a:gd name="connsiteX0" fmla="*/ 0 w 7145649"/>
              <a:gd name="connsiteY0" fmla="*/ 2049060 h 2733472"/>
              <a:gd name="connsiteX1" fmla="*/ 1172867 w 7145649"/>
              <a:gd name="connsiteY1" fmla="*/ 1361872 h 2733472"/>
              <a:gd name="connsiteX2" fmla="*/ 2354778 w 7145649"/>
              <a:gd name="connsiteY2" fmla="*/ 2057400 h 2733472"/>
              <a:gd name="connsiteX3" fmla="*/ 2364506 w 7145649"/>
              <a:gd name="connsiteY3" fmla="*/ 690664 h 2733472"/>
              <a:gd name="connsiteX4" fmla="*/ 3556144 w 7145649"/>
              <a:gd name="connsiteY4" fmla="*/ 0 h 2733472"/>
              <a:gd name="connsiteX5" fmla="*/ 4747782 w 7145649"/>
              <a:gd name="connsiteY5" fmla="*/ 680936 h 2733472"/>
              <a:gd name="connsiteX6" fmla="*/ 4742918 w 7145649"/>
              <a:gd name="connsiteY6" fmla="*/ 2052536 h 2733472"/>
              <a:gd name="connsiteX7" fmla="*/ 5944284 w 7145649"/>
              <a:gd name="connsiteY7" fmla="*/ 2733472 h 2733472"/>
              <a:gd name="connsiteX8" fmla="*/ 7145649 w 714564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61872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1731 w 7156079"/>
              <a:gd name="connsiteY2" fmla="*/ 2029586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82592 w 7156079"/>
              <a:gd name="connsiteY2" fmla="*/ 2033063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4936 w 7156079"/>
              <a:gd name="connsiteY3" fmla="*/ 71847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1460 w 7156079"/>
              <a:gd name="connsiteY3" fmla="*/ 70804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1460 w 7156079"/>
              <a:gd name="connsiteY3" fmla="*/ 680234 h 2733472"/>
              <a:gd name="connsiteX4" fmla="*/ 3573527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7 h 2761287"/>
              <a:gd name="connsiteX1" fmla="*/ 1183297 w 7156079"/>
              <a:gd name="connsiteY1" fmla="*/ 1372303 h 2761287"/>
              <a:gd name="connsiteX2" fmla="*/ 2372162 w 7156079"/>
              <a:gd name="connsiteY2" fmla="*/ 2053925 h 2761287"/>
              <a:gd name="connsiteX3" fmla="*/ 2371460 w 7156079"/>
              <a:gd name="connsiteY3" fmla="*/ 708049 h 2761287"/>
              <a:gd name="connsiteX4" fmla="*/ 3563096 w 7156079"/>
              <a:gd name="connsiteY4" fmla="*/ 0 h 2761287"/>
              <a:gd name="connsiteX5" fmla="*/ 4758212 w 7156079"/>
              <a:gd name="connsiteY5" fmla="*/ 708751 h 2761287"/>
              <a:gd name="connsiteX6" fmla="*/ 4753348 w 7156079"/>
              <a:gd name="connsiteY6" fmla="*/ 2080351 h 2761287"/>
              <a:gd name="connsiteX7" fmla="*/ 5954714 w 7156079"/>
              <a:gd name="connsiteY7" fmla="*/ 2761287 h 2761287"/>
              <a:gd name="connsiteX8" fmla="*/ 7156079 w 7156079"/>
              <a:gd name="connsiteY8" fmla="*/ 2080351 h 2761287"/>
              <a:gd name="connsiteX0" fmla="*/ 0 w 7156079"/>
              <a:gd name="connsiteY0" fmla="*/ 2045583 h 2743903"/>
              <a:gd name="connsiteX1" fmla="*/ 1183297 w 7156079"/>
              <a:gd name="connsiteY1" fmla="*/ 1354919 h 2743903"/>
              <a:gd name="connsiteX2" fmla="*/ 2372162 w 7156079"/>
              <a:gd name="connsiteY2" fmla="*/ 2036541 h 2743903"/>
              <a:gd name="connsiteX3" fmla="*/ 2371460 w 7156079"/>
              <a:gd name="connsiteY3" fmla="*/ 690665 h 2743903"/>
              <a:gd name="connsiteX4" fmla="*/ 3563096 w 7156079"/>
              <a:gd name="connsiteY4" fmla="*/ 0 h 2743903"/>
              <a:gd name="connsiteX5" fmla="*/ 4758212 w 7156079"/>
              <a:gd name="connsiteY5" fmla="*/ 691367 h 2743903"/>
              <a:gd name="connsiteX6" fmla="*/ 4753348 w 7156079"/>
              <a:gd name="connsiteY6" fmla="*/ 2062967 h 2743903"/>
              <a:gd name="connsiteX7" fmla="*/ 5954714 w 7156079"/>
              <a:gd name="connsiteY7" fmla="*/ 2743903 h 2743903"/>
              <a:gd name="connsiteX8" fmla="*/ 7156079 w 7156079"/>
              <a:gd name="connsiteY8" fmla="*/ 2062967 h 2743903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8212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42917 w 7156079"/>
              <a:gd name="connsiteY6" fmla="*/ 2062967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62967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60301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6014 h 2736950"/>
              <a:gd name="connsiteX0" fmla="*/ 0 w 7124788"/>
              <a:gd name="connsiteY0" fmla="*/ 2052537 h 2736950"/>
              <a:gd name="connsiteX1" fmla="*/ 1183297 w 7124788"/>
              <a:gd name="connsiteY1" fmla="*/ 1361873 h 2736950"/>
              <a:gd name="connsiteX2" fmla="*/ 2372162 w 7124788"/>
              <a:gd name="connsiteY2" fmla="*/ 2043495 h 2736950"/>
              <a:gd name="connsiteX3" fmla="*/ 2371460 w 7124788"/>
              <a:gd name="connsiteY3" fmla="*/ 697619 h 2736950"/>
              <a:gd name="connsiteX4" fmla="*/ 3559620 w 7124788"/>
              <a:gd name="connsiteY4" fmla="*/ 0 h 2736950"/>
              <a:gd name="connsiteX5" fmla="*/ 4751259 w 7124788"/>
              <a:gd name="connsiteY5" fmla="*/ 698321 h 2736950"/>
              <a:gd name="connsiteX6" fmla="*/ 4742917 w 7124788"/>
              <a:gd name="connsiteY6" fmla="*/ 2052536 h 2736950"/>
              <a:gd name="connsiteX7" fmla="*/ 5954714 w 7124788"/>
              <a:gd name="connsiteY7" fmla="*/ 2736950 h 2736950"/>
              <a:gd name="connsiteX8" fmla="*/ 7124788 w 7124788"/>
              <a:gd name="connsiteY8" fmla="*/ 2045583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67128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59537"/>
              <a:gd name="connsiteY0" fmla="*/ 2062264 h 2736950"/>
              <a:gd name="connsiteX1" fmla="*/ 1207616 w 7159537"/>
              <a:gd name="connsiteY1" fmla="*/ 1361873 h 2736950"/>
              <a:gd name="connsiteX2" fmla="*/ 2400389 w 7159537"/>
              <a:gd name="connsiteY2" fmla="*/ 2055218 h 2736950"/>
              <a:gd name="connsiteX3" fmla="*/ 2395779 w 7159537"/>
              <a:gd name="connsiteY3" fmla="*/ 697619 h 2736950"/>
              <a:gd name="connsiteX4" fmla="*/ 3583939 w 7159537"/>
              <a:gd name="connsiteY4" fmla="*/ 0 h 2736950"/>
              <a:gd name="connsiteX5" fmla="*/ 4775578 w 7159537"/>
              <a:gd name="connsiteY5" fmla="*/ 698321 h 2736950"/>
              <a:gd name="connsiteX6" fmla="*/ 4767236 w 7159537"/>
              <a:gd name="connsiteY6" fmla="*/ 2052536 h 2736950"/>
              <a:gd name="connsiteX7" fmla="*/ 5979033 w 7159537"/>
              <a:gd name="connsiteY7" fmla="*/ 2736950 h 2736950"/>
              <a:gd name="connsiteX8" fmla="*/ 7159537 w 7159537"/>
              <a:gd name="connsiteY8" fmla="*/ 2052536 h 2736950"/>
              <a:gd name="connsiteX0" fmla="*/ 0 w 7149809"/>
              <a:gd name="connsiteY0" fmla="*/ 2071991 h 2736950"/>
              <a:gd name="connsiteX1" fmla="*/ 1197888 w 7149809"/>
              <a:gd name="connsiteY1" fmla="*/ 1361873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22208 w 7149809"/>
              <a:gd name="connsiteY1" fmla="*/ 1357009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582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4745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52768"/>
              <a:gd name="connsiteY0" fmla="*/ 2063113 h 2736950"/>
              <a:gd name="connsiteX1" fmla="*/ 1197659 w 7152768"/>
              <a:gd name="connsiteY1" fmla="*/ 1371385 h 2736950"/>
              <a:gd name="connsiteX2" fmla="*/ 2393620 w 7152768"/>
              <a:gd name="connsiteY2" fmla="*/ 2055218 h 2736950"/>
              <a:gd name="connsiteX3" fmla="*/ 2389010 w 7152768"/>
              <a:gd name="connsiteY3" fmla="*/ 697619 h 2736950"/>
              <a:gd name="connsiteX4" fmla="*/ 3577170 w 7152768"/>
              <a:gd name="connsiteY4" fmla="*/ 0 h 2736950"/>
              <a:gd name="connsiteX5" fmla="*/ 4773889 w 7152768"/>
              <a:gd name="connsiteY5" fmla="*/ 698321 h 2736950"/>
              <a:gd name="connsiteX6" fmla="*/ 4760467 w 7152768"/>
              <a:gd name="connsiteY6" fmla="*/ 2047456 h 2736950"/>
              <a:gd name="connsiteX7" fmla="*/ 5972264 w 7152768"/>
              <a:gd name="connsiteY7" fmla="*/ 2736950 h 2736950"/>
              <a:gd name="connsiteX8" fmla="*/ 7152768 w 7152768"/>
              <a:gd name="connsiteY8" fmla="*/ 2052536 h 2736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52768" h="273695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2" name="Freihandform: Form 31">
            <a:extLst>
              <a:ext uri="{FF2B5EF4-FFF2-40B4-BE49-F238E27FC236}">
                <a16:creationId xmlns:a16="http://schemas.microsoft.com/office/drawing/2014/main" id="{274DD645-8640-45D5-9B60-F31EC01D3CC0}"/>
              </a:ext>
            </a:extLst>
          </p:cNvPr>
          <p:cNvSpPr/>
          <p:nvPr userDrawn="1"/>
        </p:nvSpPr>
        <p:spPr>
          <a:xfrm>
            <a:off x="8440979" y="1677475"/>
            <a:ext cx="2373549" cy="2062264"/>
          </a:xfrm>
          <a:custGeom>
            <a:avLst/>
            <a:gdLst>
              <a:gd name="connsiteX0" fmla="*/ 2373549 w 2373549"/>
              <a:gd name="connsiteY0" fmla="*/ 680936 h 2062264"/>
              <a:gd name="connsiteX1" fmla="*/ 1186774 w 2373549"/>
              <a:gd name="connsiteY1" fmla="*/ 0 h 2062264"/>
              <a:gd name="connsiteX2" fmla="*/ 0 w 2373549"/>
              <a:gd name="connsiteY2" fmla="*/ 690664 h 2062264"/>
              <a:gd name="connsiteX3" fmla="*/ 0 w 2373549"/>
              <a:gd name="connsiteY3" fmla="*/ 2062264 h 2062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73549" h="2062264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 algn="ctr">
            <a:solidFill>
              <a:srgbClr val="44678D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3" name="Freihandform: Form 34">
            <a:extLst>
              <a:ext uri="{FF2B5EF4-FFF2-40B4-BE49-F238E27FC236}">
                <a16:creationId xmlns:a16="http://schemas.microsoft.com/office/drawing/2014/main" id="{71C09F09-7119-47FD-8E60-E4A92C9A3119}"/>
              </a:ext>
            </a:extLst>
          </p:cNvPr>
          <p:cNvSpPr/>
          <p:nvPr userDrawn="1"/>
        </p:nvSpPr>
        <p:spPr>
          <a:xfrm flipH="1">
            <a:off x="10715501" y="2243467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4" name="Freihandform: Form 45">
            <a:extLst>
              <a:ext uri="{FF2B5EF4-FFF2-40B4-BE49-F238E27FC236}">
                <a16:creationId xmlns:a16="http://schemas.microsoft.com/office/drawing/2014/main" id="{E99BCE04-19B9-4541-925F-AC59CF760E7F}"/>
              </a:ext>
            </a:extLst>
          </p:cNvPr>
          <p:cNvSpPr/>
          <p:nvPr userDrawn="1"/>
        </p:nvSpPr>
        <p:spPr>
          <a:xfrm flipH="1">
            <a:off x="9534557" y="1571099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5" name="Freihandform: Form 46">
            <a:extLst>
              <a:ext uri="{FF2B5EF4-FFF2-40B4-BE49-F238E27FC236}">
                <a16:creationId xmlns:a16="http://schemas.microsoft.com/office/drawing/2014/main" id="{F2B610BB-26F6-44A5-B7DB-CEEDCAE916ED}"/>
              </a:ext>
            </a:extLst>
          </p:cNvPr>
          <p:cNvSpPr/>
          <p:nvPr userDrawn="1"/>
        </p:nvSpPr>
        <p:spPr>
          <a:xfrm flipH="1">
            <a:off x="8328171" y="2258376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6" name="Freihandform: Form 47">
            <a:extLst>
              <a:ext uri="{FF2B5EF4-FFF2-40B4-BE49-F238E27FC236}">
                <a16:creationId xmlns:a16="http://schemas.microsoft.com/office/drawing/2014/main" id="{C979636C-DE09-47B7-8972-BAE28DFA91DF}"/>
              </a:ext>
            </a:extLst>
          </p:cNvPr>
          <p:cNvSpPr/>
          <p:nvPr userDrawn="1"/>
        </p:nvSpPr>
        <p:spPr>
          <a:xfrm flipH="1">
            <a:off x="8333460" y="361085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7" name="Freihandform: Form 48">
            <a:extLst>
              <a:ext uri="{FF2B5EF4-FFF2-40B4-BE49-F238E27FC236}">
                <a16:creationId xmlns:a16="http://schemas.microsoft.com/office/drawing/2014/main" id="{01B12467-C508-4D89-94B3-6D23C6199703}"/>
              </a:ext>
            </a:extLst>
          </p:cNvPr>
          <p:cNvSpPr/>
          <p:nvPr userDrawn="1"/>
        </p:nvSpPr>
        <p:spPr>
          <a:xfrm flipH="1">
            <a:off x="7146016" y="429086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8" name="Freihandform: Form49">
            <a:extLst>
              <a:ext uri="{FF2B5EF4-FFF2-40B4-BE49-F238E27FC236}">
                <a16:creationId xmlns:a16="http://schemas.microsoft.com/office/drawing/2014/main" id="{9EA72422-90A8-454F-8133-112CD2B85BEA}"/>
              </a:ext>
            </a:extLst>
          </p:cNvPr>
          <p:cNvSpPr/>
          <p:nvPr userDrawn="1"/>
        </p:nvSpPr>
        <p:spPr>
          <a:xfrm flipH="1">
            <a:off x="5937847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9" name="Freihandform: Form 50">
            <a:extLst>
              <a:ext uri="{FF2B5EF4-FFF2-40B4-BE49-F238E27FC236}">
                <a16:creationId xmlns:a16="http://schemas.microsoft.com/office/drawing/2014/main" id="{3C67727D-D0D9-4CA6-99EE-0B89D465A706}"/>
              </a:ext>
            </a:extLst>
          </p:cNvPr>
          <p:cNvSpPr/>
          <p:nvPr userDrawn="1"/>
        </p:nvSpPr>
        <p:spPr>
          <a:xfrm flipH="1">
            <a:off x="5951993" y="225130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0" name="Freihandform: Form 51">
            <a:extLst>
              <a:ext uri="{FF2B5EF4-FFF2-40B4-BE49-F238E27FC236}">
                <a16:creationId xmlns:a16="http://schemas.microsoft.com/office/drawing/2014/main" id="{C88A67D0-B01F-4CC8-B248-2CF85911F456}"/>
              </a:ext>
            </a:extLst>
          </p:cNvPr>
          <p:cNvSpPr/>
          <p:nvPr userDrawn="1"/>
        </p:nvSpPr>
        <p:spPr>
          <a:xfrm flipH="1">
            <a:off x="4778156" y="1565771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1" name="Freihandform: Form 52">
            <a:extLst>
              <a:ext uri="{FF2B5EF4-FFF2-40B4-BE49-F238E27FC236}">
                <a16:creationId xmlns:a16="http://schemas.microsoft.com/office/drawing/2014/main" id="{DBF6CA39-E979-4287-833E-20A9B455F7D6}"/>
              </a:ext>
            </a:extLst>
          </p:cNvPr>
          <p:cNvSpPr/>
          <p:nvPr userDrawn="1"/>
        </p:nvSpPr>
        <p:spPr>
          <a:xfrm flipH="1">
            <a:off x="3565843" y="2247823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2" name="Freihandform: Form 53">
            <a:extLst>
              <a:ext uri="{FF2B5EF4-FFF2-40B4-BE49-F238E27FC236}">
                <a16:creationId xmlns:a16="http://schemas.microsoft.com/office/drawing/2014/main" id="{9EAA4E60-7510-4920-A426-5630491CFAC2}"/>
              </a:ext>
            </a:extLst>
          </p:cNvPr>
          <p:cNvSpPr/>
          <p:nvPr userDrawn="1"/>
        </p:nvSpPr>
        <p:spPr>
          <a:xfrm flipH="1">
            <a:off x="3565952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3" name="Freihandform: Form 54">
            <a:extLst>
              <a:ext uri="{FF2B5EF4-FFF2-40B4-BE49-F238E27FC236}">
                <a16:creationId xmlns:a16="http://schemas.microsoft.com/office/drawing/2014/main" id="{322F7ECD-1942-42EE-B5E0-FC1E0206BFFD}"/>
              </a:ext>
            </a:extLst>
          </p:cNvPr>
          <p:cNvSpPr/>
          <p:nvPr userDrawn="1"/>
        </p:nvSpPr>
        <p:spPr>
          <a:xfrm flipH="1">
            <a:off x="2386318" y="296278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4" name="Freihandform: Form 55">
            <a:extLst>
              <a:ext uri="{FF2B5EF4-FFF2-40B4-BE49-F238E27FC236}">
                <a16:creationId xmlns:a16="http://schemas.microsoft.com/office/drawing/2014/main" id="{2465D6BD-72DA-4C13-97C2-7CF8D7F2F0C4}"/>
              </a:ext>
            </a:extLst>
          </p:cNvPr>
          <p:cNvSpPr/>
          <p:nvPr userDrawn="1"/>
        </p:nvSpPr>
        <p:spPr>
          <a:xfrm flipH="1">
            <a:off x="1190302" y="361221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5" name="Inhaltsplatzhalter 47" descr="Klicken Sie, um ein Bild hinzuzufügen.">
            <a:extLst>
              <a:ext uri="{FF2B5EF4-FFF2-40B4-BE49-F238E27FC236}">
                <a16:creationId xmlns:a16="http://schemas.microsoft.com/office/drawing/2014/main" id="{E7C6BEEA-1766-44A1-A28D-2E817DBF226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86" name="Inhaltsplatzhalter 47">
            <a:extLst>
              <a:ext uri="{FF2B5EF4-FFF2-40B4-BE49-F238E27FC236}">
                <a16:creationId xmlns:a16="http://schemas.microsoft.com/office/drawing/2014/main" id="{597D4D7A-8D7E-492C-8795-D491CF53B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de-DE" altLang="zh-CN" sz="1400" b="0" kern="1200" dirty="0">
                <a:solidFill>
                  <a:schemeClr val="bg1"/>
                </a:solidFill>
                <a:latin typeface="+mn-lt"/>
                <a:ea typeface="+mj-ea"/>
                <a:cs typeface="+mn-cs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87" name="Inhaltsplatzhalter 47" descr="Klicken Sie, um ein Bild hinzuzufügen.">
            <a:extLst>
              <a:ext uri="{FF2B5EF4-FFF2-40B4-BE49-F238E27FC236}">
                <a16:creationId xmlns:a16="http://schemas.microsoft.com/office/drawing/2014/main" id="{A7396594-2DE7-4DB9-B6B4-92F63F06EF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88" name="Inhaltsplatzhalter 47">
            <a:extLst>
              <a:ext uri="{FF2B5EF4-FFF2-40B4-BE49-F238E27FC236}">
                <a16:creationId xmlns:a16="http://schemas.microsoft.com/office/drawing/2014/main" id="{CC680CF7-ED60-4FFF-B04E-B24ECDDD35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de-DE" altLang="zh-CN" sz="1400" b="0" kern="1200" dirty="0">
                <a:solidFill>
                  <a:schemeClr val="bg1"/>
                </a:solidFill>
                <a:latin typeface="+mn-lt"/>
                <a:ea typeface="+mj-ea"/>
                <a:cs typeface="+mn-cs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89" name="Inhaltsplatzhalter 47" descr="Klicken Sie, um ein Bild hinzuzufügen.">
            <a:extLst>
              <a:ext uri="{FF2B5EF4-FFF2-40B4-BE49-F238E27FC236}">
                <a16:creationId xmlns:a16="http://schemas.microsoft.com/office/drawing/2014/main" id="{042E6E66-3835-45DF-80D9-C4AFDF3401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90" name="Inhaltsplatzhalter 47">
            <a:extLst>
              <a:ext uri="{FF2B5EF4-FFF2-40B4-BE49-F238E27FC236}">
                <a16:creationId xmlns:a16="http://schemas.microsoft.com/office/drawing/2014/main" id="{A6E85C70-1784-4A0C-8897-EDE98D39BC0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de-DE" altLang="zh-CN" sz="1400" b="0" kern="1200" dirty="0">
                <a:solidFill>
                  <a:schemeClr val="bg1"/>
                </a:solidFill>
                <a:latin typeface="+mn-lt"/>
                <a:ea typeface="+mj-ea"/>
                <a:cs typeface="+mn-cs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91" name="Inhaltsplatzhalter 47" descr="Klicken Sie, um ein Bild hinzuzufügen.">
            <a:extLst>
              <a:ext uri="{FF2B5EF4-FFF2-40B4-BE49-F238E27FC236}">
                <a16:creationId xmlns:a16="http://schemas.microsoft.com/office/drawing/2014/main" id="{4CD55BC2-05D0-49CB-B0A5-C96ACB411B5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92" name="Inhaltsplatzhalter 47">
            <a:extLst>
              <a:ext uri="{FF2B5EF4-FFF2-40B4-BE49-F238E27FC236}">
                <a16:creationId xmlns:a16="http://schemas.microsoft.com/office/drawing/2014/main" id="{49DB7120-2F2C-4F89-AA8C-ABC4F3FF25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de-DE" altLang="zh-CN" sz="1400" b="0" kern="1200" dirty="0">
                <a:solidFill>
                  <a:schemeClr val="bg1"/>
                </a:solidFill>
                <a:latin typeface="+mn-lt"/>
                <a:ea typeface="+mj-ea"/>
                <a:cs typeface="+mn-cs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93" name="Inhaltsplatzhalter 47" descr="Klicken Sie, um ein Bild hinzuzufügen.">
            <a:extLst>
              <a:ext uri="{FF2B5EF4-FFF2-40B4-BE49-F238E27FC236}">
                <a16:creationId xmlns:a16="http://schemas.microsoft.com/office/drawing/2014/main" id="{AEB1F7BA-7D83-4C23-A72B-82DF9377E9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94" name="Inhaltsplatzhalter 47">
            <a:extLst>
              <a:ext uri="{FF2B5EF4-FFF2-40B4-BE49-F238E27FC236}">
                <a16:creationId xmlns:a16="http://schemas.microsoft.com/office/drawing/2014/main" id="{7C32F3EB-1AC3-40E9-B66D-ADB19CC74F0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de-DE" altLang="zh-CN" sz="1400" b="0" kern="1200" dirty="0">
                <a:solidFill>
                  <a:schemeClr val="bg1"/>
                </a:solidFill>
                <a:latin typeface="+mn-lt"/>
                <a:ea typeface="+mj-ea"/>
                <a:cs typeface="+mn-cs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/>
              <a:t>Textmasterformat durch Klicken bearbeiten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7E7569-B8BF-39D0-D742-EF98B83E4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</p:spPr>
        <p:txBody>
          <a:bodyPr rtlCol="0" anchor="t">
            <a:noAutofit/>
          </a:bodyPr>
          <a:lstStyle>
            <a:lvl1pPr algn="l">
              <a:defRPr lang="de-DE"/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FC159C7-D006-5B5F-1FEA-689C432B8C8C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0EBABD-E264-2C96-1139-289A712F35B7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3590880992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7" name="Freihandform: Form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 flipH="1">
            <a:off x="769290" y="491100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8" name="Freihandform: Form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 flipH="1">
            <a:off x="783145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 flipH="1">
            <a:off x="0" y="3709992"/>
            <a:ext cx="115794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noProof="0"/>
          </a:p>
        </p:txBody>
      </p:sp>
      <p:sp>
        <p:nvSpPr>
          <p:cNvPr id="21" name="Untertitel 47" descr="Klicken Sie, um ein Bild hinzuzufügen.">
            <a:extLst>
              <a:ext uri="{FF2B5EF4-FFF2-40B4-BE49-F238E27FC236}">
                <a16:creationId xmlns:a16="http://schemas.microsoft.com/office/drawing/2014/main" id="{0C7786BA-5E56-47AA-AE47-4EC07A0D4FA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23" name="Inhaltsplatzhalter 47">
            <a:extLst>
              <a:ext uri="{FF2B5EF4-FFF2-40B4-BE49-F238E27FC236}">
                <a16:creationId xmlns:a16="http://schemas.microsoft.com/office/drawing/2014/main" id="{880214CF-87DD-476A-9B2E-A58DB313A6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Textmasterformat durch Klicken bearbeiten </a:t>
            </a:r>
          </a:p>
        </p:txBody>
      </p:sp>
      <p:sp>
        <p:nvSpPr>
          <p:cNvPr id="37" name="Bildplatzhalter">
            <a:extLst>
              <a:ext uri="{FF2B5EF4-FFF2-40B4-BE49-F238E27FC236}">
                <a16:creationId xmlns:a16="http://schemas.microsoft.com/office/drawing/2014/main" id="{264CF63C-079E-41AA-AA9A-762A765E699F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1788170" y="2296125"/>
            <a:ext cx="1886360" cy="214466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</p:spPr>
        <p:txBody>
          <a:bodyPr rtlCol="0" anchor="b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18" name="Untertitel 47" descr="Klicken Sie, um ein Bild hinzuzufügen.">
            <a:extLst>
              <a:ext uri="{FF2B5EF4-FFF2-40B4-BE49-F238E27FC236}">
                <a16:creationId xmlns:a16="http://schemas.microsoft.com/office/drawing/2014/main" id="{3C2C4001-E56F-4174-01AA-4630360BFF4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Titelmasterformat durch Klicken bearbeiten </a:t>
            </a:r>
          </a:p>
        </p:txBody>
      </p:sp>
      <p:sp>
        <p:nvSpPr>
          <p:cNvPr id="20" name="Inhaltsplatzhalter 47">
            <a:extLst>
              <a:ext uri="{FF2B5EF4-FFF2-40B4-BE49-F238E27FC236}">
                <a16:creationId xmlns:a16="http://schemas.microsoft.com/office/drawing/2014/main" id="{02DFC856-C546-62E9-220F-7A668D34905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 noProof="0"/>
              <a:t>Textmasterformat durch Klicken bearbeiten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 14">
            <a:extLst>
              <a:ext uri="{FF2B5EF4-FFF2-40B4-BE49-F238E27FC236}">
                <a16:creationId xmlns:a16="http://schemas.microsoft.com/office/drawing/2014/main" id="{F946AB17-3782-8412-C51A-DE10A0637453}"/>
              </a:ext>
            </a:extLst>
          </p:cNvPr>
          <p:cNvSpPr/>
          <p:nvPr userDrawn="1"/>
        </p:nvSpPr>
        <p:spPr>
          <a:xfrm>
            <a:off x="0" y="2860787"/>
            <a:ext cx="2361029" cy="3676532"/>
          </a:xfrm>
          <a:custGeom>
            <a:avLst/>
            <a:gdLst>
              <a:gd name="connsiteX0" fmla="*/ 773997 w 2361029"/>
              <a:gd name="connsiteY0" fmla="*/ 0 h 3676532"/>
              <a:gd name="connsiteX1" fmla="*/ 2361029 w 2361029"/>
              <a:gd name="connsiteY1" fmla="*/ 925683 h 3676532"/>
              <a:gd name="connsiteX2" fmla="*/ 2361029 w 2361029"/>
              <a:gd name="connsiteY2" fmla="*/ 2763949 h 3676532"/>
              <a:gd name="connsiteX3" fmla="*/ 769661 w 2361029"/>
              <a:gd name="connsiteY3" fmla="*/ 3676532 h 3676532"/>
              <a:gd name="connsiteX4" fmla="*/ 0 w 2361029"/>
              <a:gd name="connsiteY4" fmla="*/ 3234717 h 3676532"/>
              <a:gd name="connsiteX5" fmla="*/ 0 w 2361029"/>
              <a:gd name="connsiteY5" fmla="*/ 44688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1029" h="3676532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1014233" y="5253270"/>
            <a:ext cx="1710765" cy="1593273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22" name="Inhaltsplatzhalter 47" descr="Klicken Sie, um ein Bild hinzuzufügen.">
            <a:extLst>
              <a:ext uri="{FF2B5EF4-FFF2-40B4-BE49-F238E27FC236}">
                <a16:creationId xmlns:a16="http://schemas.microsoft.com/office/drawing/2014/main" id="{95ADF367-2619-4E00-AB82-8FFF41D0E5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3" name="Inhaltsplatzhalter 47">
            <a:extLst>
              <a:ext uri="{FF2B5EF4-FFF2-40B4-BE49-F238E27FC236}">
                <a16:creationId xmlns:a16="http://schemas.microsoft.com/office/drawing/2014/main" id="{8CEB04CE-793E-47B4-8D80-9B82864F2CD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24" name="Inhaltsplatzhalter 47" descr="Klicken Sie, um ein Bild hinzuzufügen.">
            <a:extLst>
              <a:ext uri="{FF2B5EF4-FFF2-40B4-BE49-F238E27FC236}">
                <a16:creationId xmlns:a16="http://schemas.microsoft.com/office/drawing/2014/main" id="{067BF8FD-2643-4122-BE3E-63F413244E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6" name="Inhaltsplatzhalter 47" descr="Klicken Sie, um ein Bild hinzuzufügen.">
            <a:extLst>
              <a:ext uri="{FF2B5EF4-FFF2-40B4-BE49-F238E27FC236}">
                <a16:creationId xmlns:a16="http://schemas.microsoft.com/office/drawing/2014/main" id="{02260D10-FEA1-48A7-B544-FAEEAECF5DE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1" i="0">
                <a:solidFill>
                  <a:schemeClr val="bg1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0" name="Inhaltsplatzhalter 47">
            <a:extLst>
              <a:ext uri="{FF2B5EF4-FFF2-40B4-BE49-F238E27FC236}">
                <a16:creationId xmlns:a16="http://schemas.microsoft.com/office/drawing/2014/main" id="{64584B30-8BCF-4D75-8A6C-FD82347CC7B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28" name="Inhaltsplatzhalter 47">
            <a:extLst>
              <a:ext uri="{FF2B5EF4-FFF2-40B4-BE49-F238E27FC236}">
                <a16:creationId xmlns:a16="http://schemas.microsoft.com/office/drawing/2014/main" id="{A4A25056-27FA-4039-ACFA-6624F778712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de-DE" sz="14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27" name="Freihandform: Form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631891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</p:spPr>
        <p:txBody>
          <a:bodyPr rtlCol="0" anchor="t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18" name="Bildplatzhalter 2">
            <a:extLst>
              <a:ext uri="{FF2B5EF4-FFF2-40B4-BE49-F238E27FC236}">
                <a16:creationId xmlns:a16="http://schemas.microsoft.com/office/drawing/2014/main" id="{E53E8C9F-CD73-30CD-1F24-20F2E6149D58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734172" y="1141669"/>
            <a:ext cx="507778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de-DE" sz="800"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e-DE"/>
            </a:pPr>
            <a:r>
              <a:rPr lang="de-DE"/>
              <a:t>Klicken Sie, um ein Bild hinzuzufügen.</a:t>
            </a:r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CE61E189-349E-0076-EA43-7BCB6E24CE8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724705" y="3105650"/>
            <a:ext cx="536270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de-DE" sz="800"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e-DE"/>
            </a:pPr>
            <a:r>
              <a:rPr lang="de-DE"/>
              <a:t>Klicken Sie, um ein Bild hinzuzufügen.</a:t>
            </a:r>
          </a:p>
        </p:txBody>
      </p:sp>
      <p:sp>
        <p:nvSpPr>
          <p:cNvPr id="21" name="Bildplatzhalter 2">
            <a:extLst>
              <a:ext uri="{FF2B5EF4-FFF2-40B4-BE49-F238E27FC236}">
                <a16:creationId xmlns:a16="http://schemas.microsoft.com/office/drawing/2014/main" id="{68B04572-5D47-C3DF-CDEA-15EC646EA8F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4714069" y="4716041"/>
            <a:ext cx="536270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de-DE" sz="800"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e-DE"/>
            </a:pPr>
            <a:r>
              <a:rPr lang="de-DE"/>
              <a:t>Klicken Sie, um ein Bild hinzuzufügen.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47">
            <a:extLst>
              <a:ext uri="{FF2B5EF4-FFF2-40B4-BE49-F238E27FC236}">
                <a16:creationId xmlns:a16="http://schemas.microsoft.com/office/drawing/2014/main" id="{3EDD8D3E-653B-4A9E-9868-3B013A65FE9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ln w="19050">
            <a:solidFill>
              <a:schemeClr val="tx1"/>
            </a:solidFill>
          </a:ln>
        </p:spPr>
        <p:txBody>
          <a:bodyPr rtlCol="0" anchor="ctr">
            <a:noAutofit/>
          </a:bodyPr>
          <a:lstStyle>
            <a:lvl1pPr marL="0" indent="0" algn="ctr">
              <a:buNone/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en-US"/>
          </a:p>
        </p:txBody>
      </p:sp>
      <p:sp>
        <p:nvSpPr>
          <p:cNvPr id="18" name="Inhaltsplatzhalter 47">
            <a:extLst>
              <a:ext uri="{FF2B5EF4-FFF2-40B4-BE49-F238E27FC236}">
                <a16:creationId xmlns:a16="http://schemas.microsoft.com/office/drawing/2014/main" id="{DD4E6A9F-7400-917B-6A6B-6BAB445E8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de-DE" sz="1500" b="0">
                <a:solidFill>
                  <a:schemeClr val="bg1"/>
                </a:solidFill>
                <a:latin typeface="+mn-lt"/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Textmasterformat durch Klicken bearbeiten </a:t>
            </a:r>
          </a:p>
        </p:txBody>
      </p:sp>
      <p:sp>
        <p:nvSpPr>
          <p:cNvPr id="19" name="Freihandform: Form 25">
            <a:extLst>
              <a:ext uri="{FF2B5EF4-FFF2-40B4-BE49-F238E27FC236}">
                <a16:creationId xmlns:a16="http://schemas.microsoft.com/office/drawing/2014/main" id="{D7BBD3E8-D5DD-C21F-3792-4880373CCDCC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20" name="Freihandform: Form 11">
            <a:extLst>
              <a:ext uri="{FF2B5EF4-FFF2-40B4-BE49-F238E27FC236}">
                <a16:creationId xmlns:a16="http://schemas.microsoft.com/office/drawing/2014/main" id="{FC461D80-0CAC-62E5-726A-63B48BEF3F25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4944167-AFE9-AE61-AF44-B9AEE24D1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</p:spPr>
        <p:txBody>
          <a:bodyPr rtlCol="0" anchor="t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7268D53-92DA-7335-4DAB-83485CAF3FE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test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9FCB16-3643-AB04-D20E-A14FFE07F67C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</p:spTree>
    <p:extLst>
      <p:ext uri="{BB962C8B-B14F-4D97-AF65-F5344CB8AC3E}">
        <p14:creationId xmlns:p14="http://schemas.microsoft.com/office/powerpoint/2010/main" val="3213276643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ihand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9" name="Sechseck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0" name="Sechseck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1" name="Sechseck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2" name="Sechseck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44" name="Freihand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4" name="Sechseck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5" name="Sechseck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43" name="Freihand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8" name="Sechseck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46" name="Freihand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28" name="Inhaltsplatzhalter 47">
            <a:extLst>
              <a:ext uri="{FF2B5EF4-FFF2-40B4-BE49-F238E27FC236}">
                <a16:creationId xmlns:a16="http://schemas.microsoft.com/office/drawing/2014/main" id="{073CD90F-1E45-47EC-B558-D5F638F5FE6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29" name="Inhaltsplatzhalter 47">
            <a:extLst>
              <a:ext uri="{FF2B5EF4-FFF2-40B4-BE49-F238E27FC236}">
                <a16:creationId xmlns:a16="http://schemas.microsoft.com/office/drawing/2014/main" id="{9A501203-35D0-41A5-A2A4-9F05FAB495C4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30" name="Inhaltsplatzhalter 47">
            <a:extLst>
              <a:ext uri="{FF2B5EF4-FFF2-40B4-BE49-F238E27FC236}">
                <a16:creationId xmlns:a16="http://schemas.microsoft.com/office/drawing/2014/main" id="{1FA62038-8BB7-45FD-896E-34738A5578BD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31" name="Inhaltsplatzhalter 47">
            <a:extLst>
              <a:ext uri="{FF2B5EF4-FFF2-40B4-BE49-F238E27FC236}">
                <a16:creationId xmlns:a16="http://schemas.microsoft.com/office/drawing/2014/main" id="{9A7E0EE6-5885-489B-81A9-65DBC001693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de-DE" sz="105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 Bild hinzuzufügen.</a:t>
            </a:r>
            <a:endParaRPr lang="de-DE" altLang="zh-CN"/>
          </a:p>
        </p:txBody>
      </p:sp>
      <p:sp>
        <p:nvSpPr>
          <p:cNvPr id="21" name="Inhaltsplatzhalter 47" descr="Klicken Sie, um ein Bild hinzuzufügen.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</p:spPr>
        <p:txBody>
          <a:bodyPr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de-DE" sz="1800" b="0">
                <a:solidFill>
                  <a:schemeClr val="bg1"/>
                </a:solidFill>
              </a:defRPr>
            </a:lvl1pPr>
            <a:lvl2pPr>
              <a:defRPr lang="de-DE" sz="1000"/>
            </a:lvl2pPr>
            <a:lvl3pPr>
              <a:defRPr lang="de-DE" sz="900"/>
            </a:lvl3pPr>
            <a:lvl4pPr>
              <a:defRPr lang="de-DE" sz="800"/>
            </a:lvl4pPr>
            <a:lvl5pPr>
              <a:defRPr lang="de-DE" sz="800"/>
            </a:lvl5pPr>
          </a:lstStyle>
          <a:p>
            <a:pPr lvl="0" rtl="0"/>
            <a:r>
              <a:rPr lang="de-DE"/>
              <a:t>Titelmasterformat durch Klicken bearbeiten </a:t>
            </a:r>
          </a:p>
        </p:txBody>
      </p:sp>
      <p:sp>
        <p:nvSpPr>
          <p:cNvPr id="22" name="Titel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</p:spPr>
        <p:txBody>
          <a:bodyPr rtlCol="0" anchor="b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40" name="Freihand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47FEACEE-25B4-4A2D-B147-27296E36371D}" type="slidenum">
              <a:rPr lang="de-DE" altLang="zh-CN" noProof="0" smtClean="0"/>
              <a:pPr rtl="0"/>
              <a:t>‹#›</a:t>
            </a:fld>
            <a:endParaRPr lang="de-DE" altLang="zh-CN" noProof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itelplatzhalt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r>
              <a:rPr lang="de-DE" noProof="0"/>
              <a:t>test</a:t>
            </a:r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52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8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400" b="1" kern="1200">
          <a:solidFill>
            <a:schemeClr val="bg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docs.cheapshark.com/#e3d7f1f0-f7a4-b36a-587a-6514a40f4d88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5" y="1966874"/>
            <a:ext cx="5257792" cy="2207835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>
                <a:latin typeface="Arial Black"/>
              </a:rPr>
              <a:t>REST API Projekt</a:t>
            </a:r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r>
              <a:rPr lang="de-DE"/>
              <a:t>Erik, Luca &amp;</a:t>
            </a:r>
          </a:p>
          <a:p>
            <a:r>
              <a:rPr lang="de-DE"/>
              <a:t>Jannis</a:t>
            </a:r>
          </a:p>
        </p:txBody>
      </p:sp>
      <p:pic>
        <p:nvPicPr>
          <p:cNvPr id="12" name="Form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3" name="Form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1" name="Picture Placeholder 10" descr="A close up of a keyboard&#10;&#10;AI-generated content may be incorrect.">
            <a:extLst>
              <a:ext uri="{FF2B5EF4-FFF2-40B4-BE49-F238E27FC236}">
                <a16:creationId xmlns:a16="http://schemas.microsoft.com/office/drawing/2014/main" id="{E0C1FF9C-F390-5D23-C3E6-D14D3C1EA72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5"/>
          <a:srcRect l="21012" r="21012"/>
          <a:stretch/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5DF64211-DCD8-B458-DBD2-EBDA7AE3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8FEA3BB9-F064-CFBE-C0BE-BB7A22A4DCF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sz="1700" b="1">
                <a:latin typeface="Abadi"/>
              </a:rPr>
              <a:t>1. Was ist JSON &amp; was ist eine REST API?</a:t>
            </a:r>
            <a:endParaRPr lang="de-DE" sz="1700" b="1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8024C77-A2F8-1ABA-5412-E6BB88B5FA1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sz="1700" b="1">
                <a:latin typeface="Abadi"/>
              </a:rPr>
              <a:t>2. Welche API verwenden wir?</a:t>
            </a:r>
            <a:endParaRPr lang="de-DE" sz="1700" b="1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41202DB-E499-EB19-8A48-A3301DA59E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>
              <a:lnSpc>
                <a:spcPct val="112999"/>
              </a:lnSpc>
            </a:pPr>
            <a:r>
              <a:rPr lang="de-DE" sz="1700" b="1">
                <a:latin typeface="Abadi"/>
              </a:rPr>
              <a:t>3.Wie haben wir die API abgerufen?</a:t>
            </a:r>
            <a:endParaRPr lang="de-DE" sz="1700" b="1"/>
          </a:p>
        </p:txBody>
      </p:sp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D5402852-C1AD-6A4E-DAA7-0AE582A742F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>
              <a:lnSpc>
                <a:spcPct val="112999"/>
              </a:lnSpc>
            </a:pPr>
            <a:r>
              <a:rPr lang="de-DE" sz="1700" b="1">
                <a:latin typeface="Abadi"/>
              </a:rPr>
              <a:t>4. Wie haben wir die Ergebnisse gespeichert?</a:t>
            </a:r>
            <a:endParaRPr lang="de-DE" sz="1700" b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35431-4F1F-7E9F-B366-0F1D00DCFC8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 b="1">
                <a:latin typeface="Abadi"/>
              </a:rPr>
              <a:t>5. Lessons learned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10405-3AD1-8D94-A1A6-1304902E7A58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35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>
                <a:latin typeface="Arial Black"/>
              </a:rPr>
              <a:t>Was ist JSON &amp; was ist eine REST API?</a:t>
            </a:r>
            <a:endParaRPr lang="en-US"/>
          </a:p>
        </p:txBody>
      </p:sp>
      <p:pic>
        <p:nvPicPr>
          <p:cNvPr id="192" name="Bildplatzhalter 191" descr="Abakus mit fester Füllung">
            <a:extLst>
              <a:ext uri="{FF2B5EF4-FFF2-40B4-BE49-F238E27FC236}">
                <a16:creationId xmlns:a16="http://schemas.microsoft.com/office/drawing/2014/main" id="{03D5E3D1-D423-EF5A-EE43-00CF1BD7FF63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182" r="5182"/>
          <a:stretch>
            <a:fillRect/>
          </a:stretch>
        </p:blipFill>
        <p:spPr/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96FE97-5E27-FC36-5E3A-511A31E6C78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>
                <a:cs typeface="Posterama"/>
              </a:rPr>
              <a:t>JSON</a:t>
            </a:r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4CE5DE1C-24E7-3841-9376-89E91B4A476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r>
              <a:rPr lang="de-DE">
                <a:solidFill>
                  <a:srgbClr val="FFFFFF"/>
                </a:solidFill>
                <a:latin typeface="Abadi"/>
                <a:ea typeface="Calibri"/>
                <a:cs typeface="Segoe UI"/>
              </a:rPr>
              <a:t>JSON = JavaScript Object Notation</a:t>
            </a:r>
          </a:p>
          <a:p>
            <a:r>
              <a:rPr lang="de-DE">
                <a:solidFill>
                  <a:srgbClr val="FFFFFF"/>
                </a:solidFill>
                <a:latin typeface="Abadi"/>
                <a:ea typeface="Calibri"/>
                <a:cs typeface="Segoe UI"/>
              </a:rPr>
              <a:t>Ein textbasiertes Datenformat zum Austausch strukturierter Daten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DC774673-50D8-2D6F-C339-6E4B0A126B0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>
                <a:cs typeface="Posterama"/>
              </a:rPr>
              <a:t>REST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EB5763E-8BC0-F6C3-3814-6649A828C00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242367" y="3430569"/>
            <a:ext cx="5191950" cy="1711190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r>
              <a:rPr lang="de-DE"/>
              <a:t>REST = Representational State Transfer</a:t>
            </a:r>
          </a:p>
          <a:p>
            <a:r>
              <a:rPr lang="de-DE"/>
              <a:t>Architekturstil für verteilte Systeme, und wurde im Jahr 2000 von Roy Fielding definiert</a:t>
            </a:r>
          </a:p>
          <a:p>
            <a:r>
              <a:rPr lang="de-DE"/>
              <a:t>REST API ist eine Schnittstelle für </a:t>
            </a:r>
            <a:r>
              <a:rPr lang="de-DE" err="1"/>
              <a:t>Kommunikatio</a:t>
            </a:r>
            <a:r>
              <a:rPr lang="de-DE"/>
              <a:t>n zwischen Client und Server</a:t>
            </a:r>
          </a:p>
          <a:p>
            <a:endParaRPr lang="de-DE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F0424C-89DD-B179-15B2-D4232070C849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3</a:t>
            </a:fld>
            <a:endParaRPr lang="en-US"/>
          </a:p>
        </p:txBody>
      </p:sp>
      <p:pic>
        <p:nvPicPr>
          <p:cNvPr id="5" name="Picture Placeholder 4" descr="Document outline">
            <a:extLst>
              <a:ext uri="{FF2B5EF4-FFF2-40B4-BE49-F238E27FC236}">
                <a16:creationId xmlns:a16="http://schemas.microsoft.com/office/drawing/2014/main" id="{0642669A-D7BD-33F0-FA7A-80010FFDFA34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661" r="2661"/>
          <a:stretch/>
        </p:blipFill>
        <p:spPr>
          <a:xfrm>
            <a:off x="4727888" y="3105573"/>
            <a:ext cx="536270" cy="5658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D42D9F-E71D-210F-7D4F-B13829242621}"/>
              </a:ext>
            </a:extLst>
          </p:cNvPr>
          <p:cNvSpPr txBox="1"/>
          <p:nvPr/>
        </p:nvSpPr>
        <p:spPr>
          <a:xfrm>
            <a:off x="4989945" y="5140036"/>
            <a:ext cx="592974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400">
                <a:solidFill>
                  <a:prstClr val="white"/>
                </a:solidFill>
                <a:ea typeface="Roboto"/>
                <a:cs typeface="Roboto"/>
              </a:rPr>
              <a:t>Zusammengefasst: REST definiert wie kommuniziert wird, JSON definiert in welchem Format die Daten übertragen werden.</a:t>
            </a:r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28A8C-C50B-8726-2EEE-1C0B7DB9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84D7E37A-09F2-20F0-95BB-8024FD3DB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>
                <a:latin typeface="Arial Black"/>
              </a:rPr>
              <a:t>Welche API verwenden wir ?</a:t>
            </a:r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5FCEC96-5C32-35E9-1C0B-91C101F5A34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 err="1">
                <a:cs typeface="Posterama"/>
              </a:rPr>
              <a:t>CheapShark</a:t>
            </a:r>
            <a:endParaRPr lang="de-DE" dirty="0" err="1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DCB6A4C-81C3-2147-5382-24DDB7F694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249837" y="1447298"/>
            <a:ext cx="5184480" cy="1125166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r>
              <a:rPr lang="de-DE" sz="1800"/>
              <a:t>Kostenlos nutzbar, kein API Key erforderlich</a:t>
            </a:r>
            <a:endParaRPr lang="de-DE" sz="1800" dirty="0"/>
          </a:p>
          <a:p>
            <a:r>
              <a:rPr lang="de-DE" sz="1800"/>
              <a:t>Liefert Preisvergleiche aus über 30 Shops</a:t>
            </a:r>
            <a:endParaRPr lang="de-DE" sz="1800" dirty="0"/>
          </a:p>
          <a:p>
            <a:r>
              <a:rPr lang="de-DE" sz="1800" dirty="0"/>
              <a:t>Antwortet im </a:t>
            </a:r>
            <a:r>
              <a:rPr lang="de-DE" sz="1800"/>
              <a:t>JSON-Format</a:t>
            </a:r>
            <a:endParaRPr lang="de-DE" sz="1800" dirty="0"/>
          </a:p>
          <a:p>
            <a:r>
              <a:rPr lang="de-DE" sz="1800"/>
              <a:t>Filterbar nach Store, Preis und Rabatt</a:t>
            </a:r>
            <a:endParaRPr lang="de-DE" sz="1800" dirty="0"/>
          </a:p>
          <a:p>
            <a:endParaRPr lang="de-DE" sz="1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D33EBA-ADC0-4646-0BEC-6314049B3B69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4</a:t>
            </a:fld>
            <a:endParaRPr lang="en-US"/>
          </a:p>
        </p:txBody>
      </p:sp>
      <p:pic>
        <p:nvPicPr>
          <p:cNvPr id="14" name="Picture 13" descr="A cartoon shark wearing a top hat and holding a dollar sign&#10;&#10;AI-generated content may be incorrect.">
            <a:extLst>
              <a:ext uri="{FF2B5EF4-FFF2-40B4-BE49-F238E27FC236}">
                <a16:creationId xmlns:a16="http://schemas.microsoft.com/office/drawing/2014/main" id="{2F8F55FB-E33F-DB51-588E-7603CDFA4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295" y="3300663"/>
            <a:ext cx="1941095" cy="194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19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6FF8A-8C83-0EEF-EBE1-D31597D68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BEACE8A4-165D-3D4A-221F-A02DF343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>
                <a:latin typeface="Arial Black"/>
              </a:rPr>
              <a:t>Wie haben wir die API </a:t>
            </a:r>
            <a:r>
              <a:rPr lang="de-DE">
                <a:latin typeface="Arial Black"/>
              </a:rPr>
              <a:t>aufgerufen?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129A2E-F585-25FC-B4C3-C6598D98015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988579" y="1120727"/>
            <a:ext cx="6893538" cy="4673907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1800" dirty="0" err="1"/>
              <a:t>Fetch</a:t>
            </a:r>
            <a:r>
              <a:rPr lang="de-DE" sz="1800" dirty="0"/>
              <a:t> Logik in einer Datei</a:t>
            </a:r>
            <a:br>
              <a:rPr lang="de-DE" sz="1800" dirty="0"/>
            </a:br>
            <a:endParaRPr lang="de-DE" sz="1800" dirty="0"/>
          </a:p>
          <a:p>
            <a:pPr>
              <a:lnSpc>
                <a:spcPct val="150000"/>
              </a:lnSpc>
            </a:pPr>
            <a:endParaRPr lang="de-DE" sz="240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9E4CA9-9572-A0EB-14D9-BA5A0AB1F7AC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5</a:t>
            </a:fld>
            <a:endParaRPr lang="en-US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2603B3B-A5EE-C4A6-FF44-3D6360A5B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6804" y="1547253"/>
            <a:ext cx="4818156" cy="442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983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50226-26CC-4399-2E47-4A0EE0ADA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FAFAFA7-10B6-2D97-6281-D362A1EE5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379" y="282562"/>
            <a:ext cx="4690858" cy="2277580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>
                <a:solidFill>
                  <a:srgbClr val="FFFFFF"/>
                </a:solidFill>
                <a:latin typeface="Arial Black"/>
                <a:ea typeface="Verdana"/>
              </a:rPr>
              <a:t>ER-Modell</a:t>
            </a:r>
            <a:r>
              <a:rPr lang="de-DE" dirty="0">
                <a:solidFill>
                  <a:srgbClr val="FFFFFF"/>
                </a:solidFill>
                <a:latin typeface="Arial Black"/>
                <a:ea typeface="Verdana"/>
              </a:rPr>
              <a:t> </a:t>
            </a:r>
            <a:endParaRPr lang="de-DE" dirty="0">
              <a:ea typeface="Verdana"/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A0D0C35-60A4-1007-B76F-140A5AABB1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97483" y="286265"/>
            <a:ext cx="6904423" cy="3320550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pPr marL="0" indent="0">
              <a:lnSpc>
                <a:spcPct val="150000"/>
              </a:lnSpc>
              <a:buNone/>
            </a:pPr>
            <a:br>
              <a:rPr lang="de-DE" sz="1800" dirty="0"/>
            </a:br>
            <a:endParaRPr lang="de-DE" sz="1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A92DBE-D30E-4010-2C19-51F53DE4B1D7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6</a:t>
            </a:fld>
            <a:endParaRPr lang="en-US"/>
          </a:p>
        </p:txBody>
      </p:sp>
      <p:pic>
        <p:nvPicPr>
          <p:cNvPr id="3" name="Picture 2" descr="A diagram of a deal&#10;&#10;AI-generated content may be incorrect.">
            <a:extLst>
              <a:ext uri="{FF2B5EF4-FFF2-40B4-BE49-F238E27FC236}">
                <a16:creationId xmlns:a16="http://schemas.microsoft.com/office/drawing/2014/main" id="{CD305692-566B-F4D7-2AC3-37EBB2194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8918" y="640431"/>
            <a:ext cx="8203532" cy="456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667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B995F-5380-F225-3415-CAAE56D8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72132F91-E167-C98D-C9CE-F14039605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379" y="282562"/>
            <a:ext cx="4690858" cy="2277580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>
                <a:solidFill>
                  <a:srgbClr val="FFFFFF"/>
                </a:solidFill>
                <a:latin typeface="Arial Black"/>
                <a:ea typeface="Verdana"/>
              </a:rPr>
              <a:t>Wie haben wir die Ergebnisse </a:t>
            </a:r>
            <a:r>
              <a:rPr lang="de-DE">
                <a:solidFill>
                  <a:srgbClr val="FFFFFF"/>
                </a:solidFill>
                <a:latin typeface="Arial Black"/>
                <a:ea typeface="Verdana"/>
              </a:rPr>
              <a:t>gespeichert ? </a:t>
            </a:r>
            <a:endParaRPr lang="de-DE">
              <a:ea typeface="Verdana"/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008D88F-ADFB-508F-37FE-0A0A5F369E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97483" y="286265"/>
            <a:ext cx="6904423" cy="3320550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1800"/>
              <a:t>Lokale SQLite Datenbank mit drei Tabellen</a:t>
            </a:r>
            <a:br>
              <a:rPr lang="de-DE" sz="1800" dirty="0"/>
            </a:br>
            <a:endParaRPr lang="de-DE" sz="1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0B81FB-4CA3-D7B8-F388-5C1CEE8181C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7</a:t>
            </a:fld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1B5DBF-D392-8A90-2B46-4F95ED3A0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850" y="750219"/>
            <a:ext cx="7132722" cy="1667878"/>
          </a:xfrm>
          <a:prstGeom prst="rect">
            <a:avLst/>
          </a:prstGeom>
        </p:spPr>
      </p:pic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E89C7F45-D82A-B683-3272-5CBBE7B8F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5600" y="2484270"/>
            <a:ext cx="7133222" cy="1668880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1B5938-ABBC-E94B-DA62-23CB1285C0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5600" y="4200274"/>
            <a:ext cx="7133222" cy="172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964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DEA8-7888-C3E5-FD0F-26E804CD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9F2232F-841C-4E6C-0C17-45B21CFC0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322" y="195476"/>
            <a:ext cx="4364287" cy="2353780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 err="1">
                <a:solidFill>
                  <a:srgbClr val="FFFFFF"/>
                </a:solidFill>
                <a:latin typeface="Arial Black"/>
                <a:ea typeface="Verdana"/>
              </a:rPr>
              <a:t>Lessons</a:t>
            </a:r>
            <a:r>
              <a:rPr lang="de-DE" dirty="0">
                <a:latin typeface="Arial Black"/>
                <a:ea typeface="Verdana"/>
              </a:rPr>
              <a:t> </a:t>
            </a:r>
            <a:r>
              <a:rPr lang="de-DE" dirty="0" err="1">
                <a:solidFill>
                  <a:srgbClr val="FFFFFF"/>
                </a:solidFill>
                <a:latin typeface="Arial Black"/>
                <a:ea typeface="Verdana"/>
              </a:rPr>
              <a:t>learned</a:t>
            </a:r>
            <a:endParaRPr lang="de-DE" dirty="0" err="1">
              <a:ea typeface="Verdana"/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38ACB2E-42E1-683E-E716-018F8FBACC9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015047" y="288237"/>
            <a:ext cx="6904423" cy="3614464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1800"/>
              <a:t>API aussuchen anhand der Anforderung eine 1:n Beziehung zu haben</a:t>
            </a:r>
            <a:endParaRPr lang="de-DE" sz="1800" dirty="0"/>
          </a:p>
          <a:p>
            <a:pPr>
              <a:lnSpc>
                <a:spcPct val="150000"/>
              </a:lnSpc>
            </a:pPr>
            <a:r>
              <a:rPr lang="de-DE" sz="1800"/>
              <a:t>API-Dokumentation: </a:t>
            </a:r>
            <a:r>
              <a:rPr lang="de-DE" sz="1800">
                <a:ea typeface="+mn-lt"/>
                <a:cs typeface="+mn-lt"/>
              </a:rPr>
              <a:t>wir hatten Probleme weil die API manchmal eine Liste, manchmal ein Dictionary zurückgibt.</a:t>
            </a:r>
            <a:endParaRPr lang="de-DE" sz="18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de-DE" sz="1800" dirty="0">
                <a:ea typeface="+mn-lt"/>
                <a:cs typeface="+mn-lt"/>
              </a:rPr>
              <a:t>Früher testen: viele Fehler </a:t>
            </a:r>
            <a:r>
              <a:rPr lang="de-DE" sz="1800">
                <a:ea typeface="+mn-lt"/>
                <a:cs typeface="+mn-lt"/>
              </a:rPr>
              <a:t>wurden erst beim manuellen Ausführen entdeckt</a:t>
            </a:r>
            <a:endParaRPr lang="de-DE" sz="18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de-DE" sz="1800"/>
              <a:t>Datenbankstruktur zuerst planen: das ER-Modell am Anfang zu definieren hat geholfen, klare Beziehungen zu verstehen bevor Code geschrieben wurde</a:t>
            </a:r>
            <a:endParaRPr lang="de-DE" sz="1800" dirty="0"/>
          </a:p>
          <a:p>
            <a:pPr>
              <a:lnSpc>
                <a:spcPct val="150000"/>
              </a:lnSpc>
            </a:pPr>
            <a:r>
              <a:rPr lang="de-DE" sz="1800" dirty="0"/>
              <a:t>Code Logik: das saubere trennen von den verschiedenen </a:t>
            </a:r>
            <a:r>
              <a:rPr lang="de-DE" sz="1800"/>
              <a:t>Dateien macht den Code lesbarer und einfacher zu debuggen</a:t>
            </a:r>
            <a:endParaRPr lang="de-DE" sz="1800" dirty="0"/>
          </a:p>
          <a:p>
            <a:pPr>
              <a:lnSpc>
                <a:spcPct val="150000"/>
              </a:lnSpc>
            </a:pPr>
            <a:endParaRPr lang="de-DE" sz="1800" dirty="0"/>
          </a:p>
          <a:p>
            <a:pPr>
              <a:lnSpc>
                <a:spcPct val="150000"/>
              </a:lnSpc>
            </a:pPr>
            <a:endParaRPr lang="de-DE" sz="180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B13437-13B6-C3CD-F8FE-C99EAE6D5D3B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377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E6789-C3A4-ECB0-093B-F667DA165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0BA71193-3E9C-D0D5-18DF-019F98EBA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436" y="271676"/>
            <a:ext cx="3994173" cy="2277580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>
                <a:solidFill>
                  <a:srgbClr val="FFFFFF"/>
                </a:solidFill>
                <a:latin typeface="Arial Black"/>
                <a:ea typeface="Verdana"/>
              </a:rPr>
              <a:t>Quellen:</a:t>
            </a:r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4A521C8-8785-2441-75DA-9E8D200D7DE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977694" y="913898"/>
            <a:ext cx="6904423" cy="5048310"/>
          </a:xfr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</a:lstStyle>
          <a:p>
            <a:pPr>
              <a:lnSpc>
                <a:spcPct val="150000"/>
              </a:lnSpc>
            </a:pPr>
            <a:r>
              <a:rPr lang="de-DE" sz="2400">
                <a:ea typeface="+mn-lt"/>
                <a:cs typeface="+mn-lt"/>
              </a:rPr>
              <a:t>Repo: </a:t>
            </a:r>
            <a:r>
              <a:rPr lang="de-DE" sz="2400" dirty="0">
                <a:ea typeface="+mn-lt"/>
                <a:cs typeface="+mn-lt"/>
              </a:rPr>
              <a:t>https://github.com/kushyme/schulprojekt</a:t>
            </a:r>
            <a:endParaRPr lang="de-DE" sz="24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de-DE" sz="1200" u="sng" dirty="0">
                <a:ea typeface="+mn-lt"/>
                <a:cs typeface="+mn-lt"/>
                <a:hlinkClick r:id="rId3"/>
              </a:rPr>
              <a:t>https://apidocs.cheapshark.com/#e3d7f1f0-f7a4-b36a-587a-6514a40f4d88</a:t>
            </a:r>
          </a:p>
          <a:p>
            <a:pPr>
              <a:lnSpc>
                <a:spcPct val="150000"/>
              </a:lnSpc>
            </a:pPr>
            <a:r>
              <a:rPr lang="de-DE" dirty="0">
                <a:ea typeface="+mn-lt"/>
                <a:cs typeface="+mn-lt"/>
              </a:rPr>
              <a:t>https://docs.python.org/</a:t>
            </a:r>
          </a:p>
          <a:p>
            <a:pPr>
              <a:lnSpc>
                <a:spcPct val="150000"/>
              </a:lnSpc>
            </a:pPr>
            <a:r>
              <a:rPr lang="de-DE" dirty="0">
                <a:ea typeface="+mn-lt"/>
                <a:cs typeface="+mn-lt"/>
              </a:rPr>
              <a:t>https://claude.ai/</a:t>
            </a:r>
          </a:p>
          <a:p>
            <a:pPr>
              <a:lnSpc>
                <a:spcPct val="150000"/>
              </a:lnSpc>
            </a:pPr>
            <a:endParaRPr lang="de-DE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endParaRPr lang="de-DE" sz="2400">
              <a:ea typeface="+mn-lt"/>
              <a:cs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8878A5-27D5-B57A-EAE5-51866FA07948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rtl="0"/>
            <a:fld id="{47FEACEE-25B4-4A2D-B147-27296E36371D}" type="slidenum">
              <a:rPr lang="de-DE" altLang="zh-CN" noProof="0" smtClean="0"/>
              <a:pPr rtl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14098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0">
      <a:majorFont>
        <a:latin typeface="Posterama Text Black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exagon Dark Presentation_win32_v2" id="{93B44BEE-AA18-4720-B555-E5F46C5F93FC}" vid="{88E458CA-BB4B-4D24-B4FE-119ECB54A9BE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E77570E-71D6-4005-B631-1B00A1197B6E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9</Slides>
  <Notes>9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Benutzerdefiniert</vt:lpstr>
      <vt:lpstr>REST API Projekt</vt:lpstr>
      <vt:lpstr>Agenda</vt:lpstr>
      <vt:lpstr>Was ist JSON &amp; was ist eine REST API?</vt:lpstr>
      <vt:lpstr>Welche API verwenden wir ?</vt:lpstr>
      <vt:lpstr>Wie haben wir die API aufgerufen?</vt:lpstr>
      <vt:lpstr>ER-Modell </vt:lpstr>
      <vt:lpstr>Wie haben wir die Ergebnisse gespeichert ? </vt:lpstr>
      <vt:lpstr>Lessons learned</vt:lpstr>
      <vt:lpstr>Quellen: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150</cp:revision>
  <dcterms:created xsi:type="dcterms:W3CDTF">2023-09-14T05:46:04Z</dcterms:created>
  <dcterms:modified xsi:type="dcterms:W3CDTF">2026-03-12T11:02:11Z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