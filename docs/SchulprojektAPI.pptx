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92" r:id="rId5"/>
    <p:sldId id="275" r:id="rId6"/>
    <p:sldId id="295" r:id="rId7"/>
    <p:sldId id="296" r:id="rId8"/>
    <p:sldId id="297" r:id="rId9"/>
    <p:sldId id="303" r:id="rId10"/>
    <p:sldId id="302" r:id="rId11"/>
    <p:sldId id="300" r:id="rId12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3EAD16A0-66A9-7883-400D-20D8CF18C86A}" name="Nolbergs, Julia" initials="NJ" userId="S::julia.nolbergs@btc-ag.com::fe90b22c-27b1-43da-9dcd-5e8b3ad986da" providerId="AD"/>
  <p188:author id="{F15FE6E6-4462-A367-9BBE-2AC14CC52B99}" name="Carstens, Jannis" initials="CJ" userId="S::jannis.carstens@btc-ag.com::dd3d3884-ffe0-4ecf-9876-f8c31fb97a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C03C2D"/>
    <a:srgbClr val="446992"/>
    <a:srgbClr val="AEC2D8"/>
    <a:srgbClr val="98432A"/>
    <a:srgbClr val="D84400"/>
    <a:srgbClr val="44678D"/>
    <a:srgbClr val="263E5A"/>
    <a:srgbClr val="D6E0EB"/>
    <a:srgbClr val="728D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10EAAD-1305-9287-3722-19C96D4DE043}" v="434" dt="2026-05-06T10:03:30.513"/>
    <p1510:client id="{2830B0C2-18DD-C45E-B2FE-78B25D751BFB}" v="9" dt="2026-05-06T09:02:10.729"/>
    <p1510:client id="{4E65E7FB-01E2-A23C-B973-82492C6ACCAC}" v="634" dt="2026-05-06T08:45:59.420"/>
    <p1510:client id="{AC1F5B4B-BDA2-5510-A80C-581D601F7E42}" v="29" dt="2026-05-06T09:55:16.759"/>
    <p1510:client id="{EE3AF25D-D958-58A3-C8C0-21B628B6A63B}" v="35" dt="2026-05-05T07:13:57.5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536"/>
        <p:guide pos="31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DFB8849C-6001-4B70-B011-3CCAD19B4A9A}" type="datetime1">
              <a:rPr lang="de-DE" smtClean="0"/>
              <a:t>06.05.2026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BB8DC1D1-B6C2-C644-8BF1-C34DBFFE1C7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Kopfzeilenplatzhalt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endParaRPr lang="de-DE"/>
          </a:p>
        </p:txBody>
      </p:sp>
      <p:sp>
        <p:nvSpPr>
          <p:cNvPr id="9" name="Folienbildplatzhalt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endParaRPr lang="de-DE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D6D6068-F176-4184-921E-92335F16FF34}" type="datetime1">
              <a:rPr lang="de-DE" smtClean="0"/>
              <a:pPr/>
              <a:t>06.05.2026</a:t>
            </a:fld>
            <a:endParaRPr lang="de-DE"/>
          </a:p>
        </p:txBody>
      </p:sp>
      <p:sp>
        <p:nvSpPr>
          <p:cNvPr id="12" name="Notizenplatzhalt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fld id="{D060679C-80C7-4E7D-9614-ABA41C5B2858}" type="slidenum">
              <a:rPr lang="de-DE" smtClean="0"/>
              <a:pPr rtl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fld id="{017105BD-6D6F-49DB-9DE4-D4A6452D7E5F}" type="slidenum">
              <a:rPr lang="de-DE" altLang="zh-CN" noProof="0" smtClean="0"/>
              <a:t>1</a:t>
            </a:fld>
            <a:endParaRPr lang="de-DE" altLang="zh-CN" noProof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fld id="{017105BD-6D6F-49DB-9DE4-D4A6452D7E5F}" type="slidenum">
              <a:rPr lang="de-DE" altLang="zh-CN" noProof="0" smtClean="0"/>
              <a:t>2</a:t>
            </a:fld>
            <a:endParaRPr lang="de-DE" altLang="zh-CN" noProof="0"/>
          </a:p>
        </p:txBody>
      </p:sp>
    </p:spTree>
    <p:extLst>
      <p:ext uri="{BB962C8B-B14F-4D97-AF65-F5344CB8AC3E}">
        <p14:creationId xmlns:p14="http://schemas.microsoft.com/office/powerpoint/2010/main" val="1102410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fld id="{017105BD-6D6F-49DB-9DE4-D4A6452D7E5F}" type="slidenum">
              <a:rPr lang="de-DE" altLang="zh-CN" smtClean="0"/>
              <a:t>3</a:t>
            </a:fld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2424331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60B0E-2568-2BCB-B076-4BAEE934E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0D554B7-E893-73A4-E941-6AD43DCBC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6270953-7FD2-1D40-CAF6-3426C9F39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r>
              <a:rPr lang="de-DE">
                <a:latin typeface="Calibri"/>
                <a:ea typeface="Calibri"/>
                <a:cs typeface="Calibri"/>
              </a:rPr>
              <a:t>Ein DFS ist ein Verfahren, um systematisch alle Knoten eines Graphen oder Baums zu besuchen. Die Engine probiert alle </a:t>
            </a:r>
            <a:r>
              <a:rPr lang="de-DE" err="1">
                <a:latin typeface="Calibri"/>
                <a:ea typeface="Calibri"/>
                <a:cs typeface="Calibri"/>
              </a:rPr>
              <a:t>möglichkeiten</a:t>
            </a:r>
            <a:r>
              <a:rPr lang="de-DE">
                <a:latin typeface="Calibri"/>
                <a:ea typeface="Calibri"/>
                <a:cs typeface="Calibri"/>
              </a:rPr>
              <a:t> aus, wie ein </a:t>
            </a:r>
            <a:r>
              <a:rPr lang="de-DE" err="1">
                <a:latin typeface="Calibri"/>
                <a:ea typeface="Calibri"/>
                <a:cs typeface="Calibri"/>
              </a:rPr>
              <a:t>Regex</a:t>
            </a:r>
            <a:r>
              <a:rPr lang="de-DE">
                <a:latin typeface="Calibri"/>
                <a:ea typeface="Calibri"/>
                <a:cs typeface="Calibri"/>
              </a:rPr>
              <a:t> passen könnte. Scheitert ein Pfad, geht sie einen Schritt zurück und geht einen anderen Weg. Angreifer können das Ausnutzen um die Validierungsdauer exponentiell steigen zu lassen.</a:t>
            </a:r>
            <a:endParaRPr lang="de-DE">
              <a:ea typeface="Calibri" panose="020F050202020403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828D451-9419-CD43-9633-BB44FD658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fld id="{017105BD-6D6F-49DB-9DE4-D4A6452D7E5F}" type="slidenum">
              <a:rPr lang="de-DE" altLang="zh-CN" smtClean="0"/>
              <a:t>4</a:t>
            </a:fld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80259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B891D-4702-F022-F964-169380685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94E8101-F822-BF9C-8BA0-F319C7A70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3FAC47C-B330-CBD0-0D9F-FC931940D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endParaRPr lang="de-DE">
              <a:latin typeface="Calibri"/>
              <a:ea typeface="Calibri"/>
              <a:cs typeface="Calibri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88EEB2-2706-71F5-EBA6-9B40B2041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fld id="{017105BD-6D6F-49DB-9DE4-D4A6452D7E5F}" type="slidenum">
              <a:rPr lang="de-DE" altLang="zh-CN" smtClean="0"/>
              <a:t>5</a:t>
            </a:fld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3265374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6397A-04E9-4AF2-D39A-86800CF65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88C0F5D-AAC0-5BDB-A64C-CD7A3E559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F1D9BF3-078F-AEC5-C0AD-1AC6BBC4C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endParaRPr lang="de-DE">
              <a:latin typeface="Calibri"/>
              <a:ea typeface="Calibri"/>
              <a:cs typeface="Calibri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DC80CE-AE81-ED9E-ABA2-D51AA58DA8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fld id="{017105BD-6D6F-49DB-9DE4-D4A6452D7E5F}" type="slidenum">
              <a:rPr lang="de-DE" altLang="zh-CN" smtClean="0"/>
              <a:t>6</a:t>
            </a:fld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3862601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26EA8-57D5-18F2-B9FA-9FBC3F83E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416C92E-BB4A-D999-071F-5A2F261F0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17315C2-C636-80A2-0E9F-92B4DFD1E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endParaRPr lang="de-DE">
              <a:solidFill>
                <a:srgbClr val="333333"/>
              </a:solidFill>
              <a:ea typeface="Calibri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CCFB14A-530E-3E88-5567-C00B8ABFE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fld id="{017105BD-6D6F-49DB-9DE4-D4A6452D7E5F}" type="slidenum">
              <a:rPr lang="de-DE" altLang="zh-CN" smtClean="0"/>
              <a:t>7</a:t>
            </a:fld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2980016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E0E99-5966-9CE9-3A8E-E37D6F42B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386066F-CDB5-304B-E904-41A323807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8CFA850-7E01-0836-B2E2-99BE8E869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112EA9C-FCBD-6180-6690-23D5BF9DD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fld id="{017105BD-6D6F-49DB-9DE4-D4A6452D7E5F}" type="slidenum">
              <a:rPr lang="de-DE" altLang="zh-CN" smtClean="0"/>
              <a:t>8</a:t>
            </a:fld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3368702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cxnSp>
        <p:nvCxnSpPr>
          <p:cNvPr id="24" name="Gerader Verbinde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Inhaltsplatzhalter 47" descr="Klicken Sie, um ein Bild hinzuzufügen.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de-DE" sz="1800" b="0">
                <a:solidFill>
                  <a:schemeClr val="bg1"/>
                </a:solidFill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 noProof="0"/>
              <a:t>Titelmasterformat durch Klicken bearbeiten </a:t>
            </a:r>
          </a:p>
        </p:txBody>
      </p:sp>
      <p:sp>
        <p:nvSpPr>
          <p:cNvPr id="47" name="Inhaltsplatzhalt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de-DE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Klicken Sie auf das Symbol, um ein Bild hinzuzufügen≈≈</a:t>
            </a:r>
          </a:p>
        </p:txBody>
      </p:sp>
      <p:sp>
        <p:nvSpPr>
          <p:cNvPr id="9" name="Freihandform: Form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7" name="Freihandform: Form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1800" noProof="0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1800" noProof="0"/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1800" noProof="0"/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noProof="0"/>
          </a:p>
        </p:txBody>
      </p:sp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1800" noProof="0"/>
          </a:p>
        </p:txBody>
      </p:sp>
      <p:sp>
        <p:nvSpPr>
          <p:cNvPr id="24" name="Inhaltsplatzhalter 47" descr="Klicken Sie, um ein Bild hinzuzufügen.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de-DE"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 noProof="0"/>
              <a:t>Titelmasterformat durch Klicken bearbeiten </a:t>
            </a:r>
          </a:p>
        </p:txBody>
      </p:sp>
      <p:sp>
        <p:nvSpPr>
          <p:cNvPr id="26" name="Inhaltsplatzhalter 47" descr="Klicken Sie, um ein Bild hinzuzufügen.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de-DE"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 noProof="0"/>
              <a:t>Hier klicken, um den Master-Titelstil zu bearbeiten </a:t>
            </a:r>
          </a:p>
        </p:txBody>
      </p:sp>
      <p:sp>
        <p:nvSpPr>
          <p:cNvPr id="33" name="Inhaltsplatzhalter 47" descr="Klicken Sie, um ein Bild hinzuzufügen.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de-DE"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 noProof="0"/>
              <a:t>Titelmasterformat durch Klicken bearbeiten </a:t>
            </a:r>
          </a:p>
        </p:txBody>
      </p:sp>
      <p:sp>
        <p:nvSpPr>
          <p:cNvPr id="34" name="Inhaltsplatzhalter 47" descr="Klicken Sie, um ein Bild hinzuzufügen.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de-DE"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 noProof="0"/>
              <a:t>Titelmasterformat durch Klicken bearbeiten </a:t>
            </a:r>
          </a:p>
        </p:txBody>
      </p:sp>
      <p:sp>
        <p:nvSpPr>
          <p:cNvPr id="35" name="Inhaltsplatzhalter 47" descr="Klicken Sie, um ein Bild hinzuzufügen.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de-DE"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 noProof="0"/>
              <a:t>Titelmasterformat durch Klicken bearbeiten </a:t>
            </a:r>
          </a:p>
        </p:txBody>
      </p:sp>
      <p:sp>
        <p:nvSpPr>
          <p:cNvPr id="6" name="Freihandform: Form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noProof="0"/>
          </a:p>
        </p:txBody>
      </p:sp>
      <p:sp>
        <p:nvSpPr>
          <p:cNvPr id="29" name="Freihand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noProof="0"/>
          </a:p>
        </p:txBody>
      </p:sp>
      <p:sp>
        <p:nvSpPr>
          <p:cNvPr id="28" name="Freihand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noProof="0"/>
          </a:p>
        </p:txBody>
      </p:sp>
      <p:sp>
        <p:nvSpPr>
          <p:cNvPr id="30" name="Freihand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noProof="0"/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noProof="0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noProof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noProof="0"/>
              <a:t>test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47FEACEE-25B4-4A2D-B147-27296E36371D}" type="slidenum">
              <a:rPr lang="de-DE" altLang="zh-CN" noProof="0" smtClean="0"/>
              <a:pPr rtl="0"/>
              <a:t>‹#›</a:t>
            </a:fld>
            <a:endParaRPr lang="de-DE" altLang="zh-CN" noProof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füh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14" name="Inhaltsplatzhalt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de-DE" sz="1500" b="0">
                <a:solidFill>
                  <a:schemeClr val="bg1"/>
                </a:solidFill>
                <a:latin typeface="+mn-lt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Textmasterformat durch Klicken bearbeiten </a:t>
            </a:r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dirty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de-DE"/>
            </a:pPr>
            <a:r>
              <a:rPr lang="de-DE"/>
              <a:t>Klicken Sie, um ein Bild hinzuzufügen.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 noProof="0"/>
              <a:t>test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fld id="{47FEACEE-25B4-4A2D-B147-27296E36371D}" type="slidenum">
              <a:rPr lang="de-DE" altLang="zh-CN" noProof="0" smtClean="0"/>
              <a:pPr rtl="0"/>
              <a:t>‹#›</a:t>
            </a:fld>
            <a:endParaRPr lang="de-DE" altLang="zh-CN" noProof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platzhalt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18" name="Sechseck 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11" name="Text 47" descr="Klicken Sie, um ein Bild hinzuzufügen.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13000"/>
              </a:lnSpc>
              <a:buNone/>
              <a:defRPr lang="de-DE" sz="1800" b="1" cap="all" baseline="0">
                <a:solidFill>
                  <a:schemeClr val="tx2"/>
                </a:solidFill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 rtlCol="0">
            <a:noAutofit/>
          </a:bodyPr>
          <a:lstStyle>
            <a:lvl1pPr marL="0" indent="0" algn="ctr">
              <a:buNone/>
              <a:defRPr lang="de-DE"/>
            </a:lvl1pPr>
          </a:lstStyle>
          <a:p>
            <a:pPr rtl="0"/>
            <a:r>
              <a:rPr lang="de-DE"/>
              <a:t>Klicken Sie, um ein Bild hinzuzufügen.</a:t>
            </a:r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11" name="Inhaltsplatzhalt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 rtlCol="0"/>
          <a:lstStyle>
            <a:lvl1pPr>
              <a:defRPr lang="de-DE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Hier klicken, um den Master-Textstil zu bearbeiten</a:t>
            </a:r>
            <a:endParaRPr lang="de-DE" alt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noProof="0"/>
              <a:t>test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47FEACEE-25B4-4A2D-B147-27296E36371D}" type="slidenum">
              <a:rPr lang="de-DE" altLang="zh-CN" noProof="0" smtClean="0"/>
              <a:pPr rtl="0"/>
              <a:t>‹#›</a:t>
            </a:fld>
            <a:endParaRPr lang="de-DE" altLang="zh-CN" noProof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platzhalt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10" name="Tabellenplatzhalt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lang="de-DE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Hier klicken, um den Master-Textstil zu bearbeiten</a:t>
            </a:r>
            <a:endParaRPr lang="de-DE" altLang="en-US"/>
          </a:p>
        </p:txBody>
      </p:sp>
      <p:sp>
        <p:nvSpPr>
          <p:cNvPr id="9" name="Freihandform: Form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12" name="Freihand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13" name="Freihandform: Form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 noProof="0"/>
              <a:t>test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fld id="{47FEACEE-25B4-4A2D-B147-27296E36371D}" type="slidenum">
              <a:rPr lang="de-DE" altLang="zh-CN" noProof="0" smtClean="0"/>
              <a:pPr rtl="0"/>
              <a:t>‹#›</a:t>
            </a:fld>
            <a:endParaRPr lang="de-DE" altLang="zh-CN" noProof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iere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rtlCol="0" anchor="b">
            <a:noAutofit/>
          </a:bodyPr>
          <a:lstStyle>
            <a:lvl1pPr>
              <a:defRPr lang="de-DE" sz="2700">
                <a:latin typeface="+mn-lt"/>
              </a:defRPr>
            </a:lvl1pPr>
          </a:lstStyle>
          <a:p>
            <a:pPr rtl="0"/>
            <a:r>
              <a:rPr lang="de-DE" noProof="0"/>
              <a:t>Hier klicken, um den Textstil zu bearbeiten</a:t>
            </a:r>
          </a:p>
        </p:txBody>
      </p:sp>
      <p:sp>
        <p:nvSpPr>
          <p:cNvPr id="11" name="Untertitel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de-DE" sz="1500" b="0">
                <a:solidFill>
                  <a:schemeClr val="accent2"/>
                </a:solidFill>
                <a:latin typeface="+mn-lt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 noProof="0"/>
              <a:t>Textmasterformat durch Klicken bearbeiten </a:t>
            </a:r>
          </a:p>
        </p:txBody>
      </p:sp>
      <p:sp>
        <p:nvSpPr>
          <p:cNvPr id="4" name="Freihandform: Form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noProof="0"/>
          </a:p>
        </p:txBody>
      </p:sp>
      <p:sp>
        <p:nvSpPr>
          <p:cNvPr id="5" name="Freihandform: Form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1600" noProof="0"/>
          </a:p>
        </p:txBody>
      </p:sp>
      <p:sp>
        <p:nvSpPr>
          <p:cNvPr id="6" name="Freihandform: Form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noProof="0"/>
          </a:p>
        </p:txBody>
      </p:sp>
      <p:sp>
        <p:nvSpPr>
          <p:cNvPr id="8" name="Freihandform: Form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 noProof="0"/>
              <a:t>test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fld id="{47FEACEE-25B4-4A2D-B147-27296E36371D}" type="slidenum">
              <a:rPr lang="de-DE" altLang="zh-CN" noProof="0" smtClean="0"/>
              <a:pPr rtl="0"/>
              <a:t>‹#›</a:t>
            </a:fld>
            <a:endParaRPr lang="de-DE" altLang="zh-CN" noProof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mitgli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platzhalt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de-DE"/>
            </a:lvl1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60" name="Inhaltsplatzhalt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de-DE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 Sie, um ein Bild hinzuzufügen.</a:t>
            </a:r>
            <a:endParaRPr lang="de-DE" altLang="zh-CN"/>
          </a:p>
        </p:txBody>
      </p:sp>
      <p:sp>
        <p:nvSpPr>
          <p:cNvPr id="52" name="Inhaltsplatzhalter 47" descr="Klicken Sie, um ein Bild hinzuzufügen.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de-DE"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53" name="Inhaltsplatzhalt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de-DE" sz="1400" b="0">
                <a:solidFill>
                  <a:schemeClr val="bg1"/>
                </a:solidFill>
                <a:latin typeface="+mn-lt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Textmasterformat durch Klicken bearbeiten </a:t>
            </a:r>
          </a:p>
        </p:txBody>
      </p:sp>
      <p:sp>
        <p:nvSpPr>
          <p:cNvPr id="61" name="Inhaltsplatzhalt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de-DE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 Sie, um ein Bild hinzuzufügen.</a:t>
            </a:r>
            <a:endParaRPr lang="de-DE" altLang="zh-CN"/>
          </a:p>
        </p:txBody>
      </p:sp>
      <p:sp>
        <p:nvSpPr>
          <p:cNvPr id="21" name="Inhaltsplatzhalter 47" descr="Klicken Sie, um ein Bild hinzuzufügen.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de-DE"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22" name="Inhaltsplatzhalt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de-DE" sz="1400" b="0">
                <a:solidFill>
                  <a:schemeClr val="bg1"/>
                </a:solidFill>
                <a:latin typeface="+mn-lt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Textmasterformat durch Klicken bearbeiten </a:t>
            </a:r>
          </a:p>
        </p:txBody>
      </p:sp>
      <p:sp>
        <p:nvSpPr>
          <p:cNvPr id="62" name="Inhaltsplatzhalt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de-DE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 Sie, um ein Bild hinzuzufügen.</a:t>
            </a:r>
            <a:endParaRPr lang="de-DE" altLang="zh-CN"/>
          </a:p>
        </p:txBody>
      </p:sp>
      <p:sp>
        <p:nvSpPr>
          <p:cNvPr id="19" name="Inhaltsplatzhalter 47" descr="Klicken Sie, um ein Bild hinzuzufügen.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de-DE"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20" name="Inhaltsplatzhalt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de-DE" sz="1400" b="0">
                <a:solidFill>
                  <a:schemeClr val="bg1"/>
                </a:solidFill>
                <a:latin typeface="+mn-lt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Textmasterformat durch Klicken bearbeiten </a:t>
            </a:r>
          </a:p>
        </p:txBody>
      </p:sp>
      <p:sp>
        <p:nvSpPr>
          <p:cNvPr id="63" name="Inhaltsplatzhalt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de-DE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 Sie, um ein Bild hinzuzufügen.</a:t>
            </a:r>
            <a:endParaRPr lang="de-DE" altLang="zh-CN"/>
          </a:p>
        </p:txBody>
      </p:sp>
      <p:sp>
        <p:nvSpPr>
          <p:cNvPr id="25" name="Inhaltsplatzhalter 47" descr="Klicken Sie, um ein Bild hinzuzufügen.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de-DE"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26" name="Inhaltsplatzhalt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de-DE" sz="1400" b="0">
                <a:solidFill>
                  <a:schemeClr val="bg1"/>
                </a:solidFill>
                <a:latin typeface="+mn-lt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Textmasterformat durch Klicken bearbeiten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 noProof="0"/>
              <a:t>test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fld id="{47FEACEE-25B4-4A2D-B147-27296E36371D}" type="slidenum">
              <a:rPr lang="de-DE" altLang="zh-CN" noProof="0" smtClean="0"/>
              <a:pPr rtl="0"/>
              <a:t>‹#›</a:t>
            </a:fld>
            <a:endParaRPr lang="de-DE" altLang="zh-CN" noProof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mitgli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rtlCol="0" anchor="t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38" name="Inhaltsplatzhalt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de-DE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 Sie, um ein Bild hinzuzufügen.</a:t>
            </a:r>
            <a:endParaRPr lang="de-DE" altLang="en-US"/>
          </a:p>
        </p:txBody>
      </p:sp>
      <p:sp>
        <p:nvSpPr>
          <p:cNvPr id="39" name="Inhaltsplatzhalter 47" descr="Klicken Sie, um ein Bild hinzuzufügen.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de-DE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40" name="Inhaltsplatzhalt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lang="de-DE" sz="1400" b="0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Textmasterformat durch Klicken bearbeiten </a:t>
            </a:r>
          </a:p>
        </p:txBody>
      </p:sp>
      <p:sp>
        <p:nvSpPr>
          <p:cNvPr id="56" name="Inhaltsplatzhalt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de-DE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 Sie, um ein Bild hinzuzufügen.</a:t>
            </a:r>
            <a:endParaRPr lang="de-DE" altLang="en-US"/>
          </a:p>
        </p:txBody>
      </p:sp>
      <p:sp>
        <p:nvSpPr>
          <p:cNvPr id="41" name="Inhaltsplatzhalter 47" descr="Klicken Sie, um ein Bild hinzuzufügen.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de-DE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42" name="Inhaltsplatzhalt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de-DE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/>
              <a:t>Textmasterformat durch Klicken bearbeiten </a:t>
            </a:r>
          </a:p>
        </p:txBody>
      </p:sp>
      <p:sp>
        <p:nvSpPr>
          <p:cNvPr id="48" name="Inhaltsplatzhalt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de-DE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 Sie, um ein Bild hinzuzufügen.</a:t>
            </a:r>
            <a:endParaRPr lang="de-DE" altLang="en-US"/>
          </a:p>
        </p:txBody>
      </p:sp>
      <p:sp>
        <p:nvSpPr>
          <p:cNvPr id="43" name="Inhaltsplatzhalter 47" descr="Klicken Sie, um ein Bild hinzuzufügen.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de-DE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44" name="Inhaltsplatzhalt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de-DE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/>
              <a:t>Textmasterformat durch Klicken bearbeiten </a:t>
            </a:r>
          </a:p>
        </p:txBody>
      </p:sp>
      <p:sp>
        <p:nvSpPr>
          <p:cNvPr id="61" name="Inhaltsplatzhalt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de-DE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 Sie, um ein Bild hinzuzufügen.</a:t>
            </a:r>
            <a:endParaRPr lang="de-DE" altLang="en-US"/>
          </a:p>
        </p:txBody>
      </p:sp>
      <p:sp>
        <p:nvSpPr>
          <p:cNvPr id="45" name="Inhaltsplatzhalter 47" descr="Klicken Sie, um ein Bild hinzuzufügen.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de-DE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46" name="Inhaltsplatzhalt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de-DE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/>
              <a:t>Textmasterformat durch Klicken bearbeiten </a:t>
            </a:r>
          </a:p>
        </p:txBody>
      </p:sp>
      <p:sp>
        <p:nvSpPr>
          <p:cNvPr id="49" name="Inhaltsplatzhalt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de-DE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 Sie, um ein Bild hinzuzufügen.</a:t>
            </a:r>
            <a:endParaRPr lang="de-DE" altLang="en-US"/>
          </a:p>
        </p:txBody>
      </p:sp>
      <p:sp>
        <p:nvSpPr>
          <p:cNvPr id="47" name="Inhaltsplatzhalter 47" descr="Klicken Sie, um ein Bild hinzuzufügen.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de-DE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50" name="Inhaltsplatzhalt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de-DE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/>
              <a:t>Textmasterformat durch Klicken bearbeiten </a:t>
            </a:r>
          </a:p>
        </p:txBody>
      </p:sp>
      <p:sp>
        <p:nvSpPr>
          <p:cNvPr id="62" name="Inhaltsplatzhalt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de-DE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 Sie, um ein Bild hinzuzufügen.</a:t>
            </a:r>
            <a:endParaRPr lang="de-DE" altLang="en-US"/>
          </a:p>
        </p:txBody>
      </p:sp>
      <p:sp>
        <p:nvSpPr>
          <p:cNvPr id="51" name="Inhaltsplatzhalter 47" descr="Klicken Sie, um ein Bild hinzuzufügen.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de-DE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52" name="Inhaltsplatzhalt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de-DE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/>
              <a:t>Textmasterformat durch Klicken bearbeiten </a:t>
            </a:r>
          </a:p>
        </p:txBody>
      </p:sp>
      <p:sp>
        <p:nvSpPr>
          <p:cNvPr id="55" name="Inhaltsplatzhalt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de-DE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 Sie, um ein Bild hinzuzufügen.</a:t>
            </a:r>
            <a:endParaRPr lang="de-DE" altLang="en-US"/>
          </a:p>
        </p:txBody>
      </p:sp>
      <p:sp>
        <p:nvSpPr>
          <p:cNvPr id="53" name="Inhaltsplatzhalter 47" descr="Klicken Sie, um ein Bild hinzuzufügen.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de-DE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58" name="Inhaltsplatzhalt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de-DE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/>
              <a:t>Textmasterformat durch Klicken bearbeiten </a:t>
            </a:r>
          </a:p>
        </p:txBody>
      </p:sp>
      <p:sp>
        <p:nvSpPr>
          <p:cNvPr id="63" name="Inhaltsplatzhalt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de-DE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 Sie, um ein Bild hinzuzufügen.</a:t>
            </a:r>
            <a:endParaRPr lang="de-DE" altLang="en-US"/>
          </a:p>
        </p:txBody>
      </p:sp>
      <p:sp>
        <p:nvSpPr>
          <p:cNvPr id="59" name="Inhaltsplatzhalter 47" descr="Klicken Sie, um ein Bild hinzuzufügen.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de-DE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60" name="Inhaltsplatzhalt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de-DE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/>
              <a:t>Textmasterformat durch Klicken bearbeiten 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 noProof="0"/>
              <a:t>test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 rtlCol="0">
            <a:noAutofit/>
          </a:bodyPr>
          <a:lstStyle>
            <a:lvl1pPr>
              <a:defRPr lang="de-DE" b="0"/>
            </a:lvl1pPr>
          </a:lstStyle>
          <a:p>
            <a:pPr rtl="0"/>
            <a:fld id="{47FEACEE-25B4-4A2D-B147-27296E36371D}" type="slidenum">
              <a:rPr lang="de-DE" altLang="zh-CN" smtClean="0"/>
              <a:pPr rtl="0"/>
              <a:t>‹#›</a:t>
            </a:fld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palte mit Symbo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: Form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5" name="Freihandform: Form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6" name="Freihandform: Form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7" name="Freihandform: Form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31" name="Inhaltsplatzhalter 47" descr="Klicken Sie, um ein Bild hinzuzufügen.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de-DE" sz="1800" b="1">
                <a:solidFill>
                  <a:schemeClr val="bg1"/>
                </a:solidFill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32" name="Inhaltsplatzhalt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de-DE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e-DE"/>
              <a:t>Textmasterformat durch Klicken bearbeiten </a:t>
            </a:r>
          </a:p>
        </p:txBody>
      </p:sp>
      <p:sp>
        <p:nvSpPr>
          <p:cNvPr id="33" name="Inhaltsplatzhalter 47" descr="Klicken Sie, um ein Bild hinzuzufügen.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de-DE" sz="1800" b="1">
                <a:solidFill>
                  <a:schemeClr val="bg1"/>
                </a:solidFill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34" name="Inhaltsplatzhalt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de-DE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e-DE"/>
              <a:t>Textmasterformat durch Klicken bearbeiten </a:t>
            </a:r>
          </a:p>
        </p:txBody>
      </p:sp>
      <p:sp>
        <p:nvSpPr>
          <p:cNvPr id="35" name="Inhaltsplatzhalter 47" descr="Klicken Sie, um ein Bild hinzuzufügen.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de-DE" sz="1800" b="1">
                <a:solidFill>
                  <a:schemeClr val="bg1"/>
                </a:solidFill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36" name="Inhaltsplatzhalt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de-DE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e-DE"/>
              <a:t>Textmasterformat durch Klicken bearbeiten </a:t>
            </a:r>
          </a:p>
        </p:txBody>
      </p:sp>
      <p:sp>
        <p:nvSpPr>
          <p:cNvPr id="37" name="Inhaltsplatzhalter 47" descr="Klicken Sie, um ein Bild hinzuzufügen.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de-DE" sz="1800" b="1">
                <a:solidFill>
                  <a:schemeClr val="bg1"/>
                </a:solidFill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38" name="Inhaltsplatzhalt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de-DE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e-DE"/>
              <a:t>Textmasterformat durch Klicken bearbeiten </a:t>
            </a:r>
          </a:p>
        </p:txBody>
      </p:sp>
      <p:sp>
        <p:nvSpPr>
          <p:cNvPr id="39" name="Inhaltsplatzhalter 47" descr="Klicken Sie, um ein Bild hinzuzufügen.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de-DE" sz="1800" b="1">
                <a:solidFill>
                  <a:schemeClr val="bg1"/>
                </a:solidFill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40" name="Inhaltsplatzhalt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de-DE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e-DE"/>
              <a:t>Textmasterformat durch Klicken bearbeiten </a:t>
            </a:r>
          </a:p>
        </p:txBody>
      </p:sp>
      <p:sp>
        <p:nvSpPr>
          <p:cNvPr id="41" name="Inhaltsplatzhalt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de-DE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Klicken Sie, um ein Bild hinzuzufügen.</a:t>
            </a:r>
            <a:endParaRPr lang="de-DE" altLang="en-US"/>
          </a:p>
        </p:txBody>
      </p:sp>
      <p:sp>
        <p:nvSpPr>
          <p:cNvPr id="42" name="Inhaltsplatzhalt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de-DE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Klicken Sie, um ein Bild hinzuzufügen.</a:t>
            </a:r>
            <a:endParaRPr lang="de-DE" altLang="en-US"/>
          </a:p>
        </p:txBody>
      </p:sp>
      <p:sp>
        <p:nvSpPr>
          <p:cNvPr id="43" name="Inhaltsplatzhalt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de-DE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Klicken Sie, um ein Bild hinzuzufügen.</a:t>
            </a:r>
            <a:endParaRPr lang="de-DE" altLang="en-US"/>
          </a:p>
        </p:txBody>
      </p:sp>
      <p:sp>
        <p:nvSpPr>
          <p:cNvPr id="44" name="Inhaltsplatzhalt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de-DE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Klicken Sie, um ein Bild hinzuzufügen.</a:t>
            </a:r>
            <a:endParaRPr lang="de-DE" altLang="en-US"/>
          </a:p>
        </p:txBody>
      </p:sp>
      <p:sp>
        <p:nvSpPr>
          <p:cNvPr id="45" name="Inhaltsplatzhalt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de-DE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Klicken Sie, um ein Bild hinzuzufügen.</a:t>
            </a:r>
            <a:endParaRPr lang="de-DE" altLang="en-US"/>
          </a:p>
        </p:txBody>
      </p:sp>
      <p:sp>
        <p:nvSpPr>
          <p:cNvPr id="25" name="Titelplatzhalt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de-DE"/>
            </a:lvl1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 noProof="0"/>
              <a:t>test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fld id="{47FEACEE-25B4-4A2D-B147-27296E36371D}" type="slidenum">
              <a:rPr lang="de-DE" altLang="zh-CN" noProof="0" smtClean="0"/>
              <a:pPr rtl="0"/>
              <a:t>‹#›</a:t>
            </a:fld>
            <a:endParaRPr lang="de-DE" altLang="zh-CN" noProof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nhaltsplatzhalt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de-DE" sz="1500" b="0">
                <a:solidFill>
                  <a:schemeClr val="bg1"/>
                </a:solidFill>
                <a:latin typeface="+mn-lt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Textmasterformat durch Klicken bearbeiten </a:t>
            </a:r>
          </a:p>
        </p:txBody>
      </p:sp>
      <p:sp>
        <p:nvSpPr>
          <p:cNvPr id="30" name="Inhaltsplatzhalt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de-DE" sz="1500" b="0">
                <a:solidFill>
                  <a:schemeClr val="bg1"/>
                </a:solidFill>
                <a:latin typeface="+mn-lt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Textmasterformat durch Klicken bearbeiten </a:t>
            </a:r>
          </a:p>
        </p:txBody>
      </p:sp>
      <p:sp>
        <p:nvSpPr>
          <p:cNvPr id="31" name="Inhaltsplatzhalt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de-DE" sz="1500" b="0">
                <a:solidFill>
                  <a:schemeClr val="bg1"/>
                </a:solidFill>
                <a:latin typeface="+mn-lt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Textmasterformat durch Klicken bearbeiten </a:t>
            </a:r>
          </a:p>
        </p:txBody>
      </p:sp>
      <p:sp>
        <p:nvSpPr>
          <p:cNvPr id="33" name="Inhaltsplatzhalt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de-DE" sz="1500" b="0">
                <a:solidFill>
                  <a:schemeClr val="bg1"/>
                </a:solidFill>
                <a:latin typeface="+mn-lt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Textmasterformat durch Klicken bearbeiten </a:t>
            </a:r>
          </a:p>
        </p:txBody>
      </p:sp>
      <p:sp>
        <p:nvSpPr>
          <p:cNvPr id="37" name="Inhaltsplatzhalt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de-DE" sz="1500" b="0">
                <a:solidFill>
                  <a:schemeClr val="bg1"/>
                </a:solidFill>
                <a:latin typeface="+mn-lt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Textmasterformat durch Klicken bearbeiten </a:t>
            </a:r>
          </a:p>
        </p:txBody>
      </p:sp>
      <p:sp>
        <p:nvSpPr>
          <p:cNvPr id="27" name="Inhaltsplatzhalt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de-DE"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de-DE"/>
              <a:t>Hier klicken, um den Master-Titelstil zu bearbeiten</a:t>
            </a:r>
            <a:endParaRPr lang="de-DE" altLang="en-US"/>
          </a:p>
        </p:txBody>
      </p:sp>
      <p:sp>
        <p:nvSpPr>
          <p:cNvPr id="24" name="Titelplatzhalt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de-DE"/>
            </a:lvl1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25" name="Inhaltsplatzhalt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de-DE"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de-DE"/>
              <a:t>Hier klicken, um den Master-Titelstil zu bearbeiten</a:t>
            </a:r>
            <a:endParaRPr lang="de-DE" altLang="en-US"/>
          </a:p>
        </p:txBody>
      </p:sp>
      <p:sp>
        <p:nvSpPr>
          <p:cNvPr id="26" name="Inhaltsplatzhalt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de-DE"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de-DE"/>
              <a:t>Hier klicken, um den Master-Titelstil zu bearbeiten</a:t>
            </a:r>
            <a:endParaRPr lang="de-DE" altLang="en-US"/>
          </a:p>
        </p:txBody>
      </p:sp>
      <p:sp>
        <p:nvSpPr>
          <p:cNvPr id="28" name="Inhaltsplatzhalt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de-DE"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de-DE"/>
              <a:t>Hier klicken, um den Master-Titelstil zu bearbeiten</a:t>
            </a:r>
            <a:endParaRPr lang="de-DE" altLang="en-US"/>
          </a:p>
        </p:txBody>
      </p:sp>
      <p:sp>
        <p:nvSpPr>
          <p:cNvPr id="29" name="Inhaltsplatzhalt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de-DE"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de-DE"/>
              <a:t>Hier klicken, um den Master-Titelstil zu bearbeiten</a:t>
            </a:r>
            <a:endParaRPr lang="de-DE" altLang="en-US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 noProof="0"/>
              <a:t>test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fld id="{47FEACEE-25B4-4A2D-B147-27296E36371D}" type="slidenum">
              <a:rPr lang="de-DE" altLang="zh-CN" noProof="0" smtClean="0"/>
              <a:pPr rtl="0"/>
              <a:t>‹#›</a:t>
            </a:fld>
            <a:endParaRPr lang="de-DE" altLang="zh-CN" noProof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le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ihandform: Form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ihandform: Form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ihandform: Form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ihandform: Form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ihandform: Form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ihandform: Form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ihandform: Form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rgbClr val="44678D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ihandform: Form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ihandform: Form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ihandform: Form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ihandform: Form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ihandform: Form 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ihandform: Form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ihandform: Form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ihandform: Form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ihandform: Form 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ihandform: Form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ihandform: Form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ihandform: Form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Inhaltsplatzhalter 47" descr="Klicken Sie, um ein Bild hinzuzufügen.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de-DE" sz="1800" b="1">
                <a:solidFill>
                  <a:schemeClr val="bg1"/>
                </a:solidFill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86" name="Inhaltsplatzhalt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de-DE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e-DE"/>
              <a:t>Textmasterformat durch Klicken bearbeiten </a:t>
            </a:r>
          </a:p>
        </p:txBody>
      </p:sp>
      <p:sp>
        <p:nvSpPr>
          <p:cNvPr id="87" name="Inhaltsplatzhalter 47" descr="Klicken Sie, um ein Bild hinzuzufügen.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de-DE" sz="1800" b="1">
                <a:solidFill>
                  <a:schemeClr val="bg1"/>
                </a:solidFill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88" name="Inhaltsplatzhalt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de-DE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e-DE"/>
              <a:t>Textmasterformat durch Klicken bearbeiten </a:t>
            </a:r>
          </a:p>
        </p:txBody>
      </p:sp>
      <p:sp>
        <p:nvSpPr>
          <p:cNvPr id="89" name="Inhaltsplatzhalter 47" descr="Klicken Sie, um ein Bild hinzuzufügen.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de-DE" sz="1800" b="1">
                <a:solidFill>
                  <a:schemeClr val="bg1"/>
                </a:solidFill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90" name="Inhaltsplatzhalt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de-DE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e-DE"/>
              <a:t>Textmasterformat durch Klicken bearbeiten </a:t>
            </a:r>
          </a:p>
        </p:txBody>
      </p:sp>
      <p:sp>
        <p:nvSpPr>
          <p:cNvPr id="91" name="Inhaltsplatzhalter 47" descr="Klicken Sie, um ein Bild hinzuzufügen.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de-DE" sz="1800" b="1">
                <a:solidFill>
                  <a:schemeClr val="bg1"/>
                </a:solidFill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92" name="Inhaltsplatzhalt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de-DE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e-DE"/>
              <a:t>Textmasterformat durch Klicken bearbeiten </a:t>
            </a:r>
          </a:p>
        </p:txBody>
      </p:sp>
      <p:sp>
        <p:nvSpPr>
          <p:cNvPr id="93" name="Inhaltsplatzhalter 47" descr="Klicken Sie, um ein Bild hinzuzufügen.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de-DE" sz="1800" b="1">
                <a:solidFill>
                  <a:schemeClr val="bg1"/>
                </a:solidFill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94" name="Inhaltsplatzhalt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de-DE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e-DE"/>
              <a:t>Textmasterformat durch Klicken bearbeiten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rtlCol="0" anchor="t">
            <a:noAutofit/>
          </a:bodyPr>
          <a:lstStyle>
            <a:lvl1pPr algn="l">
              <a:defRPr lang="de-DE"/>
            </a:lvl1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 noProof="0"/>
              <a:t>test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fld id="{47FEACEE-25B4-4A2D-B147-27296E36371D}" type="slidenum">
              <a:rPr lang="de-DE" altLang="zh-CN" noProof="0" smtClean="0"/>
              <a:pPr rtl="0"/>
              <a:t>‹#›</a:t>
            </a:fld>
            <a:endParaRPr lang="de-DE" altLang="zh-CN" noProof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noProof="0"/>
          </a:p>
        </p:txBody>
      </p:sp>
      <p:sp>
        <p:nvSpPr>
          <p:cNvPr id="7" name="Freihandform: Form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noProof="0"/>
          </a:p>
        </p:txBody>
      </p:sp>
      <p:sp>
        <p:nvSpPr>
          <p:cNvPr id="8" name="Freihandform: Form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noProof="0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noProof="0"/>
          </a:p>
        </p:txBody>
      </p:sp>
      <p:sp>
        <p:nvSpPr>
          <p:cNvPr id="21" name="Untertitel 47" descr="Klicken Sie, um ein Bild hinzuzufügen.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de-DE" sz="1800" b="1">
                <a:solidFill>
                  <a:schemeClr val="bg1"/>
                </a:solidFill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 noProof="0"/>
              <a:t>Titelmasterformat durch Klicken bearbeiten </a:t>
            </a:r>
          </a:p>
        </p:txBody>
      </p:sp>
      <p:sp>
        <p:nvSpPr>
          <p:cNvPr id="23" name="Inhaltsplatzhalt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de-DE" sz="1400" b="0">
                <a:solidFill>
                  <a:schemeClr val="bg1"/>
                </a:solidFill>
                <a:latin typeface="+mn-lt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 noProof="0"/>
              <a:t>Textmasterformat durch Klicken bearbeiten </a:t>
            </a:r>
          </a:p>
        </p:txBody>
      </p:sp>
      <p:sp>
        <p:nvSpPr>
          <p:cNvPr id="37" name="Bildplatzhalt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de-DE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rtlCol="0" anchor="b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18" name="Untertitel 47" descr="Klicken Sie, um ein Bild hinzuzufügen.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de-DE" sz="1800" b="1">
                <a:solidFill>
                  <a:schemeClr val="bg1"/>
                </a:solidFill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 noProof="0"/>
              <a:t>Titelmasterformat durch Klicken bearbeiten </a:t>
            </a:r>
          </a:p>
        </p:txBody>
      </p:sp>
      <p:sp>
        <p:nvSpPr>
          <p:cNvPr id="20" name="Inhaltsplatzhalt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de-DE" sz="1400" b="0">
                <a:solidFill>
                  <a:schemeClr val="bg1"/>
                </a:solidFill>
                <a:latin typeface="+mn-lt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 noProof="0"/>
              <a:t>Textmasterformat durch Klicken bearbeiten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fld id="{47FEACEE-25B4-4A2D-B147-27296E36371D}" type="slidenum">
              <a:rPr lang="de-DE" altLang="zh-CN" noProof="0" smtClean="0"/>
              <a:pPr rtl="0"/>
              <a:t>‹#›</a:t>
            </a:fld>
            <a:endParaRPr lang="de-DE" altLang="zh-CN" noProof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ihand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22" name="Inhaltsplatzhalter 47" descr="Klicken Sie, um ein Bild hinzuzufügen.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de-DE" sz="1800" b="1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23" name="Inhaltsplatzhalt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b="0">
                <a:solidFill>
                  <a:schemeClr val="bg1"/>
                </a:solidFill>
                <a:latin typeface="+mn-lt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Textmasterformat durch Klicken bearbeiten </a:t>
            </a:r>
          </a:p>
        </p:txBody>
      </p:sp>
      <p:sp>
        <p:nvSpPr>
          <p:cNvPr id="24" name="Inhaltsplatzhalter 47" descr="Klicken Sie, um ein Bild hinzuzufügen.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de-DE" sz="1800" b="1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26" name="Inhaltsplatzhalter 47" descr="Klicken Sie, um ein Bild hinzuzufügen.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de-DE" sz="1800" b="1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20" name="Inhaltsplatzhalt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b="0">
                <a:solidFill>
                  <a:schemeClr val="bg1"/>
                </a:solidFill>
                <a:latin typeface="+mn-lt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Textmasterformat durch Klicken bearbeiten </a:t>
            </a:r>
          </a:p>
        </p:txBody>
      </p:sp>
      <p:sp>
        <p:nvSpPr>
          <p:cNvPr id="28" name="Inhaltsplatzhalt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b="0">
                <a:solidFill>
                  <a:schemeClr val="bg1"/>
                </a:solidFill>
                <a:latin typeface="+mn-lt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Textmasterformat durch Klicken bearbeiten </a:t>
            </a:r>
          </a:p>
        </p:txBody>
      </p:sp>
      <p:sp>
        <p:nvSpPr>
          <p:cNvPr id="27" name="Freihandform: Form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rtlCol="0" anchor="t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18" name="Bildplatzhalt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800"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de-DE"/>
            </a:pPr>
            <a:r>
              <a:rPr lang="de-DE"/>
              <a:t>Klicken Sie, um ein Bild hinzuzufügen.</a:t>
            </a:r>
          </a:p>
        </p:txBody>
      </p:sp>
      <p:sp>
        <p:nvSpPr>
          <p:cNvPr id="19" name="Bildplatzhalt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800"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de-DE"/>
            </a:pPr>
            <a:r>
              <a:rPr lang="de-DE"/>
              <a:t>Klicken Sie, um ein Bild hinzuzufügen.</a:t>
            </a:r>
          </a:p>
        </p:txBody>
      </p:sp>
      <p:sp>
        <p:nvSpPr>
          <p:cNvPr id="21" name="Bildplatzhalt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800"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de-DE"/>
            </a:pPr>
            <a:r>
              <a:rPr lang="de-DE"/>
              <a:t>Klicken Sie, um ein Bild hinzuzufügen.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fld id="{47FEACEE-25B4-4A2D-B147-27296E36371D}" type="slidenum">
              <a:rPr lang="de-DE" altLang="zh-CN" noProof="0" smtClean="0"/>
              <a:pPr rtl="0"/>
              <a:t>‹#›</a:t>
            </a:fld>
            <a:endParaRPr lang="de-DE" altLang="zh-CN" noProof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solidFill>
              <a:schemeClr val="tx1"/>
            </a:solidFill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de-DE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 Sie, um ein Bild hinzuzufügen.</a:t>
            </a:r>
            <a:endParaRPr lang="de-DE" altLang="en-US"/>
          </a:p>
        </p:txBody>
      </p:sp>
      <p:sp>
        <p:nvSpPr>
          <p:cNvPr id="18" name="Inhaltsplatzhalt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de-DE" sz="1500" b="0">
                <a:solidFill>
                  <a:schemeClr val="bg1"/>
                </a:solidFill>
                <a:latin typeface="+mn-lt"/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Textmasterformat durch Klicken bearbeiten </a:t>
            </a:r>
          </a:p>
        </p:txBody>
      </p:sp>
      <p:sp>
        <p:nvSpPr>
          <p:cNvPr id="19" name="Freihandform: Form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20" name="Freihandform: Form 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rtlCol="0" anchor="t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 noProof="0"/>
              <a:t>test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fld id="{47FEACEE-25B4-4A2D-B147-27296E36371D}" type="slidenum">
              <a:rPr lang="de-DE" altLang="zh-CN" noProof="0" smtClean="0"/>
              <a:pPr rtl="0"/>
              <a:t>‹#›</a:t>
            </a:fld>
            <a:endParaRPr lang="de-DE" altLang="zh-CN" noProof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en D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ihand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9" name="Sechseck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10" name="Sechseck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11" name="Sechseck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12" name="Sechseck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44" name="Freihand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14" name="Sechseck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15" name="Sechseck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43" name="Freihand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18" name="Sechseck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46" name="Freihand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28" name="Inhaltsplatzhalt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de-DE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 Sie, um ein Bild hinzuzufügen.</a:t>
            </a:r>
            <a:endParaRPr lang="de-DE" altLang="zh-CN"/>
          </a:p>
        </p:txBody>
      </p:sp>
      <p:sp>
        <p:nvSpPr>
          <p:cNvPr id="29" name="Inhaltsplatzhalt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de-DE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 Sie, um ein Bild hinzuzufügen.</a:t>
            </a:r>
            <a:endParaRPr lang="de-DE" altLang="zh-CN"/>
          </a:p>
        </p:txBody>
      </p:sp>
      <p:sp>
        <p:nvSpPr>
          <p:cNvPr id="30" name="Inhaltsplatzhalt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de-DE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 Sie, um ein Bild hinzuzufügen.</a:t>
            </a:r>
            <a:endParaRPr lang="de-DE" altLang="zh-CN"/>
          </a:p>
        </p:txBody>
      </p:sp>
      <p:sp>
        <p:nvSpPr>
          <p:cNvPr id="31" name="Inhaltsplatzhalt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de-DE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 Sie, um ein Bild hinzuzufügen.</a:t>
            </a:r>
            <a:endParaRPr lang="de-DE" altLang="zh-CN"/>
          </a:p>
        </p:txBody>
      </p:sp>
      <p:sp>
        <p:nvSpPr>
          <p:cNvPr id="21" name="Inhaltsplatzhalter 47" descr="Klicken Sie, um ein Bild hinzuzufügen.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de-DE" sz="1800" b="0">
                <a:solidFill>
                  <a:schemeClr val="bg1"/>
                </a:solidFill>
              </a:defRPr>
            </a:lvl1pPr>
            <a:lvl2pPr>
              <a:defRPr lang="de-DE" sz="1000"/>
            </a:lvl2pPr>
            <a:lvl3pPr>
              <a:defRPr lang="de-DE" sz="900"/>
            </a:lvl3pPr>
            <a:lvl4pPr>
              <a:defRPr lang="de-DE" sz="800"/>
            </a:lvl4pPr>
            <a:lvl5pPr>
              <a:defRPr lang="de-DE" sz="800"/>
            </a:lvl5pPr>
          </a:lstStyle>
          <a:p>
            <a:pPr lvl="0" rtl="0"/>
            <a:r>
              <a:rPr lang="de-DE"/>
              <a:t>Titelmasterformat durch Klicken bearbeiten </a:t>
            </a: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rtlCol="0" anchor="b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40" name="Freihand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de-DE" sz="12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47FEACEE-25B4-4A2D-B147-27296E36371D}" type="slidenum">
              <a:rPr lang="de-DE" altLang="zh-CN" noProof="0" smtClean="0"/>
              <a:pPr rtl="0"/>
              <a:t>‹#›</a:t>
            </a:fld>
            <a:endParaRPr lang="de-DE" altLang="zh-CN" noProof="0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de-DE"/>
            </a:defPPr>
          </a:lstStyle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Titelplatzhalt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de-DE" sz="12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de-DE" noProof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4400" b="1" kern="1200">
          <a:solidFill>
            <a:schemeClr val="bg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docs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5" y="1966874"/>
            <a:ext cx="5257792" cy="2207835"/>
          </a:xfrm>
        </p:spPr>
        <p:txBody>
          <a:bodyPr rtlCol="0"/>
          <a:lstStyle>
            <a:defPPr>
              <a:defRPr lang="de-DE"/>
            </a:defPPr>
          </a:lstStyle>
          <a:p>
            <a:r>
              <a:rPr lang="de-DE">
                <a:latin typeface="Arial Black"/>
              </a:rPr>
              <a:t>NoSQL, REST-API &amp; Client</a:t>
            </a:r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vert="horz" lIns="91440" tIns="45720" rIns="91440" bIns="45720" rtlCol="0" anchor="t">
            <a:noAutofit/>
          </a:bodyPr>
          <a:lstStyle>
            <a:defPPr>
              <a:defRPr lang="de-DE"/>
            </a:defPPr>
          </a:lstStyle>
          <a:p>
            <a:r>
              <a:rPr lang="de-DE"/>
              <a:t>Erik, Luca &amp;</a:t>
            </a:r>
          </a:p>
          <a:p>
            <a:r>
              <a:rPr lang="de-DE"/>
              <a:t>Jannis</a:t>
            </a:r>
          </a:p>
        </p:txBody>
      </p:sp>
      <p:pic>
        <p:nvPicPr>
          <p:cNvPr id="12" name="Form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3" name="Form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1" name="Picture Placeholder 10" descr="A close up of a keyboard&#10;&#10;AI-generated content may be incorrect.">
            <a:extLst>
              <a:ext uri="{FF2B5EF4-FFF2-40B4-BE49-F238E27FC236}">
                <a16:creationId xmlns:a16="http://schemas.microsoft.com/office/drawing/2014/main" id="{E0C1FF9C-F390-5D23-C3E6-D14D3C1EA72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5"/>
          <a:srcRect l="21012" r="21012"/>
          <a:stretch/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8">
            <a:extLst>
              <a:ext uri="{FF2B5EF4-FFF2-40B4-BE49-F238E27FC236}">
                <a16:creationId xmlns:a16="http://schemas.microsoft.com/office/drawing/2014/main" id="{5DF64211-DCD8-B458-DBD2-EBDA7AE3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Agenda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8FEA3BB9-F064-CFBE-C0BE-BB7A22A4DCF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rtlCol="0"/>
          <a:lstStyle>
            <a:defPPr>
              <a:defRPr lang="de-DE"/>
            </a:defPPr>
          </a:lstStyle>
          <a:p>
            <a:r>
              <a:rPr lang="de-DE" sz="1700" b="1">
                <a:latin typeface="Abadi"/>
              </a:rPr>
              <a:t>1. Projekt Struktur</a:t>
            </a:r>
            <a:endParaRPr lang="de-DE" sz="1700" b="1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8024C77-A2F8-1ABA-5412-E6BB88B5FA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>
              <a:lnSpc>
                <a:spcPct val="112999"/>
              </a:lnSpc>
            </a:pPr>
            <a:r>
              <a:rPr lang="de-DE" sz="1700" b="1">
                <a:latin typeface="Abadi"/>
              </a:rPr>
              <a:t>2. Mongo DB</a:t>
            </a:r>
            <a:endParaRPr lang="en-US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241202DB-E499-EB19-8A48-A3301DA59ED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>
              <a:lnSpc>
                <a:spcPct val="112999"/>
              </a:lnSpc>
            </a:pPr>
            <a:r>
              <a:rPr lang="de-DE" sz="1700" b="1">
                <a:latin typeface="Abadi"/>
              </a:rPr>
              <a:t>3. Docker-</a:t>
            </a:r>
            <a:r>
              <a:rPr lang="de-DE" sz="1700" b="1" err="1">
                <a:latin typeface="Abadi"/>
              </a:rPr>
              <a:t>Compose</a:t>
            </a:r>
            <a:endParaRPr lang="de-DE" sz="1700" b="1" err="1"/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5402852-C1AD-6A4E-DAA7-0AE582A742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>
              <a:lnSpc>
                <a:spcPct val="112999"/>
              </a:lnSpc>
            </a:pPr>
            <a:r>
              <a:rPr lang="de-DE" sz="1700" b="1">
                <a:latin typeface="Abadi"/>
              </a:rPr>
              <a:t>4. Live Demo</a:t>
            </a:r>
            <a:endParaRPr lang="de-DE" sz="1700" b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35431-4F1F-7E9F-B366-0F1D00DCFC8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b="1">
                <a:latin typeface="Abadi"/>
              </a:rPr>
              <a:t>5. Lessons learned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10405-3AD1-8D94-A1A6-1304902E7A58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rtl="0"/>
            <a:fld id="{47FEACEE-25B4-4A2D-B147-27296E36371D}" type="slidenum">
              <a:rPr lang="de-DE" altLang="zh-CN" noProof="0" smtClean="0"/>
              <a:pPr rtl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53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582" y="273188"/>
            <a:ext cx="4233008" cy="2277580"/>
          </a:xfrm>
        </p:spPr>
        <p:txBody>
          <a:bodyPr rtlCol="0"/>
          <a:lstStyle>
            <a:defPPr>
              <a:defRPr lang="de-DE"/>
            </a:defPPr>
          </a:lstStyle>
          <a:p>
            <a:r>
              <a:rPr lang="de-DE">
                <a:latin typeface="Arial Black"/>
              </a:rPr>
              <a:t>Projekt Struktur</a:t>
            </a:r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A96FE97-5E27-FC36-5E3A-511A31E6C78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007026" y="1469736"/>
            <a:ext cx="5162709" cy="420683"/>
          </a:xfrm>
        </p:spPr>
        <p:txBody>
          <a:bodyPr rtlCol="0"/>
          <a:lstStyle>
            <a:defPPr>
              <a:defRPr lang="de-DE"/>
            </a:defPPr>
          </a:lstStyle>
          <a:p>
            <a:r>
              <a:rPr lang="de-DE">
                <a:cs typeface="Posterama"/>
              </a:rPr>
              <a:t>GitHub Repository</a:t>
            </a:r>
            <a:endParaRPr lang="en-US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C774673-50D8-2D6F-C339-6E4B0A126B0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15240" y="2471789"/>
            <a:ext cx="5162709" cy="420683"/>
          </a:xfrm>
        </p:spPr>
        <p:txBody>
          <a:bodyPr rtlCol="0"/>
          <a:lstStyle>
            <a:defPPr>
              <a:defRPr lang="de-DE"/>
            </a:defPPr>
          </a:lstStyle>
          <a:p>
            <a:r>
              <a:rPr lang="de-DE">
                <a:cs typeface="Posterama"/>
              </a:rPr>
              <a:t>GitHub Co-Pilot mit Modell GPT 5.4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F0424C-89DD-B179-15B2-D4232070C849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pPr rtl="0"/>
            <a:fld id="{47FEACEE-25B4-4A2D-B147-27296E36371D}" type="slidenum">
              <a:rPr lang="de-DE" altLang="zh-CN" noProof="0" smtClean="0"/>
              <a:pPr rtl="0"/>
              <a:t>3</a:t>
            </a:fld>
            <a:endParaRPr lang="en-US"/>
          </a:p>
        </p:txBody>
      </p:sp>
      <p:pic>
        <p:nvPicPr>
          <p:cNvPr id="19" name="Picture 18" descr="A black cat in a circle&#10;&#10;AI-generated content may be incorrect.">
            <a:extLst>
              <a:ext uri="{FF2B5EF4-FFF2-40B4-BE49-F238E27FC236}">
                <a16:creationId xmlns:a16="http://schemas.microsoft.com/office/drawing/2014/main" id="{C31C7FA2-E918-FB2D-1A6A-371F7F505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287" y="1316314"/>
            <a:ext cx="967445" cy="756884"/>
          </a:xfrm>
          <a:prstGeom prst="rect">
            <a:avLst/>
          </a:prstGeom>
        </p:spPr>
      </p:pic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109F7A0A-8C67-5E7F-2147-AE9E203D7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2497" y="2292349"/>
            <a:ext cx="860426" cy="685802"/>
          </a:xfrm>
          <a:prstGeom prst="rect">
            <a:avLst/>
          </a:prstGeom>
        </p:spPr>
      </p:pic>
      <p:pic>
        <p:nvPicPr>
          <p:cNvPr id="6" name="Picture 5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1D4C28F4-D3C5-7211-C731-CE62B8D67C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7258" y="3099329"/>
            <a:ext cx="5158316" cy="3633259"/>
          </a:xfrm>
          <a:prstGeom prst="rect">
            <a:avLst/>
          </a:prstGeom>
        </p:spPr>
      </p:pic>
      <p:pic>
        <p:nvPicPr>
          <p:cNvPr id="10" name="Picture 9" descr="A line of blue and purple objects&#10;&#10;AI-generated content may be incorrect.">
            <a:extLst>
              <a:ext uri="{FF2B5EF4-FFF2-40B4-BE49-F238E27FC236}">
                <a16:creationId xmlns:a16="http://schemas.microsoft.com/office/drawing/2014/main" id="{2A45E3C6-78A7-39B1-9EF7-779408E5AC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300" y="156632"/>
            <a:ext cx="977901" cy="946151"/>
          </a:xfrm>
          <a:prstGeom prst="rect">
            <a:avLst/>
          </a:prstGeom>
        </p:spPr>
      </p:pic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B448E60C-E035-B1F5-086F-2929B6953BB9}"/>
              </a:ext>
            </a:extLst>
          </p:cNvPr>
          <p:cNvSpPr txBox="1">
            <a:spLocks/>
          </p:cNvSpPr>
          <p:nvPr/>
        </p:nvSpPr>
        <p:spPr>
          <a:xfrm>
            <a:off x="5011259" y="415636"/>
            <a:ext cx="5162709" cy="4206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800" b="1" i="0" kern="120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Posterama"/>
              </a:rPr>
              <a:t>Projekt Idee: Flashcard CLI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727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28A8C-C50B-8726-2EEE-1C0B7DB99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84D7E37A-09F2-20F0-95BB-8024FD3DB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r>
              <a:rPr lang="de-DE">
                <a:latin typeface="Arial Black"/>
              </a:rPr>
              <a:t>MongoDB</a:t>
            </a:r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5FCEC96-5C32-35E9-1C0B-91C101F5A34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66057" y="1889595"/>
            <a:ext cx="5162709" cy="420683"/>
          </a:xfrm>
        </p:spPr>
        <p:txBody>
          <a:bodyPr rtlCol="0"/>
          <a:lstStyle>
            <a:defPPr>
              <a:defRPr lang="de-DE"/>
            </a:defPPr>
          </a:lstStyle>
          <a:p>
            <a:r>
              <a:rPr lang="de-DE">
                <a:cs typeface="Posterama"/>
              </a:rPr>
              <a:t>Beispielhafte Datenstruktur bei MongoDB für eine Flashcard App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D33EBA-ADC0-4646-0BEC-6314049B3B69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pPr rtl="0"/>
            <a:fld id="{47FEACEE-25B4-4A2D-B147-27296E36371D}" type="slidenum">
              <a:rPr lang="de-DE" altLang="zh-CN" noProof="0" smtClean="0"/>
              <a:pPr rtl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36510B-60AB-C65F-E0E1-7B9563BF404D}"/>
              </a:ext>
            </a:extLst>
          </p:cNvPr>
          <p:cNvSpPr txBox="1"/>
          <p:nvPr/>
        </p:nvSpPr>
        <p:spPr>
          <a:xfrm>
            <a:off x="4060208" y="318447"/>
            <a:ext cx="516340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prstClr val="white"/>
                </a:solidFill>
                <a:latin typeface="Posterama"/>
                <a:ea typeface="微软雅黑"/>
                <a:cs typeface="Posterama"/>
              </a:rPr>
              <a:t>NoSQL </a:t>
            </a:r>
            <a:r>
              <a:rPr lang="en-US" err="1">
                <a:solidFill>
                  <a:prstClr val="white"/>
                </a:solidFill>
                <a:latin typeface="Posterama"/>
                <a:ea typeface="微软雅黑"/>
                <a:cs typeface="Posterama"/>
              </a:rPr>
              <a:t>Datenbank</a:t>
            </a:r>
            <a:endParaRPr lang="en-US">
              <a:solidFill>
                <a:prstClr val="white"/>
              </a:solidFill>
              <a:latin typeface="Posterama"/>
              <a:ea typeface="微软雅黑"/>
              <a:cs typeface="Posteram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prstClr val="white"/>
                </a:solidFill>
                <a:latin typeface="Posterama"/>
                <a:ea typeface="微软雅黑"/>
                <a:cs typeface="Posterama"/>
              </a:rPr>
              <a:t>Document orientated database</a:t>
            </a:r>
          </a:p>
          <a:p>
            <a:pPr marL="285750" indent="-285750">
              <a:buFont typeface="Arial"/>
              <a:buChar char="•"/>
            </a:pPr>
            <a:r>
              <a:rPr lang="en-US" err="1">
                <a:solidFill>
                  <a:prstClr val="white"/>
                </a:solidFill>
                <a:latin typeface="Posterama"/>
                <a:ea typeface="微软雅黑"/>
                <a:cs typeface="Posterama"/>
              </a:rPr>
              <a:t>Benutzt</a:t>
            </a:r>
            <a:r>
              <a:rPr lang="en-US">
                <a:solidFill>
                  <a:prstClr val="white"/>
                </a:solidFill>
                <a:latin typeface="Posterama"/>
                <a:ea typeface="微软雅黑"/>
                <a:cs typeface="Posterama"/>
              </a:rPr>
              <a:t> </a:t>
            </a:r>
            <a:r>
              <a:rPr lang="en-US" err="1">
                <a:solidFill>
                  <a:prstClr val="white"/>
                </a:solidFill>
                <a:latin typeface="Posterama"/>
                <a:ea typeface="微软雅黑"/>
                <a:cs typeface="Posterama"/>
              </a:rPr>
              <a:t>wird</a:t>
            </a:r>
            <a:r>
              <a:rPr lang="en-US">
                <a:solidFill>
                  <a:prstClr val="white"/>
                </a:solidFill>
                <a:latin typeface="Posterama"/>
                <a:ea typeface="微软雅黑"/>
                <a:cs typeface="Posterama"/>
              </a:rPr>
              <a:t> BSON (Binary JSON) für </a:t>
            </a:r>
            <a:r>
              <a:rPr lang="en-US" err="1">
                <a:solidFill>
                  <a:prstClr val="white"/>
                </a:solidFill>
                <a:latin typeface="Posterama"/>
                <a:ea typeface="微软雅黑"/>
                <a:cs typeface="Posterama"/>
              </a:rPr>
              <a:t>schnellere</a:t>
            </a:r>
            <a:r>
              <a:rPr lang="en-US">
                <a:solidFill>
                  <a:prstClr val="white"/>
                </a:solidFill>
                <a:latin typeface="Posterama"/>
                <a:ea typeface="微软雅黑"/>
                <a:cs typeface="Posterama"/>
              </a:rPr>
              <a:t> </a:t>
            </a:r>
            <a:r>
              <a:rPr lang="en-US" err="1">
                <a:solidFill>
                  <a:prstClr val="white"/>
                </a:solidFill>
                <a:latin typeface="Posterama"/>
                <a:ea typeface="微软雅黑"/>
                <a:cs typeface="Posterama"/>
              </a:rPr>
              <a:t>Datenverarbeitung</a:t>
            </a:r>
            <a:endParaRPr lang="de-DE" err="1">
              <a:solidFill>
                <a:prstClr val="white"/>
              </a:solidFill>
              <a:latin typeface="Posterama"/>
              <a:ea typeface="微软雅黑"/>
              <a:cs typeface="Posterama"/>
            </a:endParaRPr>
          </a:p>
        </p:txBody>
      </p:sp>
      <p:pic>
        <p:nvPicPr>
          <p:cNvPr id="5" name="Picture 4" descr="A computer screen with numbers and letters&#10;&#10;AI-generated content may be incorrect.">
            <a:extLst>
              <a:ext uri="{FF2B5EF4-FFF2-40B4-BE49-F238E27FC236}">
                <a16:creationId xmlns:a16="http://schemas.microsoft.com/office/drawing/2014/main" id="{B58ED51C-14A6-3DF1-25BB-B9B199B51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662" y="2738438"/>
            <a:ext cx="6419628" cy="191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196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6FF8A-8C83-0EEF-EBE1-D31597D68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BEACE8A4-165D-3D4A-221F-A02DF343E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r>
              <a:rPr lang="de-DE">
                <a:latin typeface="Arial Black"/>
              </a:rPr>
              <a:t>Docker-compose</a:t>
            </a:r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2129A2E-F585-25FC-B4C3-C6598D98015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988579" y="279115"/>
            <a:ext cx="6893538" cy="4673907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de-DE"/>
            </a:defPPr>
          </a:lstStyle>
          <a:p>
            <a:pPr>
              <a:lnSpc>
                <a:spcPct val="150000"/>
              </a:lnSpc>
            </a:pPr>
            <a:r>
              <a:rPr lang="de-DE" sz="1800"/>
              <a:t>MongoDB Container &amp; MongoDB Express (Web UI)</a:t>
            </a:r>
            <a:br>
              <a:rPr lang="de-DE" sz="1800"/>
            </a:br>
            <a:endParaRPr lang="de-DE" sz="1800"/>
          </a:p>
          <a:p>
            <a:pPr>
              <a:lnSpc>
                <a:spcPct val="150000"/>
              </a:lnSpc>
            </a:pPr>
            <a:endParaRPr lang="de-DE" sz="24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9E4CA9-9572-A0EB-14D9-BA5A0AB1F7AC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pPr rtl="0"/>
            <a:fld id="{47FEACEE-25B4-4A2D-B147-27296E36371D}" type="slidenum">
              <a:rPr lang="de-DE" altLang="zh-CN" noProof="0" smtClean="0"/>
              <a:pPr rtl="0"/>
              <a:t>5</a:t>
            </a:fld>
            <a:endParaRPr lang="en-US"/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9EE1FE0-EEC6-F381-D18B-50DC245E9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129" y="1097147"/>
            <a:ext cx="6210300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983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CF7A0-52D5-8C5A-0572-A83EBEE9F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CE92F3D2-602D-73BB-3163-CFE57FCB5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575" y="2287971"/>
            <a:ext cx="3994173" cy="2277580"/>
          </a:xfrm>
        </p:spPr>
        <p:txBody>
          <a:bodyPr rtlCol="0"/>
          <a:lstStyle>
            <a:defPPr>
              <a:defRPr lang="de-DE"/>
            </a:defPPr>
          </a:lstStyle>
          <a:p>
            <a:r>
              <a:rPr lang="de-DE">
                <a:latin typeface="Arial Black"/>
              </a:rPr>
              <a:t>Live Demo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B941BD-2D70-EF53-F71C-128D94290C50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pPr rtl="0"/>
            <a:fld id="{47FEACEE-25B4-4A2D-B147-27296E36371D}" type="slidenum">
              <a:rPr lang="de-DE" altLang="zh-CN" noProof="0" smtClean="0"/>
              <a:pPr rtl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352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2DEA8-7888-C3E5-FD0F-26E804CD5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99F2232F-841C-4E6C-0C17-45B21CFC0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22" y="195476"/>
            <a:ext cx="4364287" cy="2353780"/>
          </a:xfrm>
        </p:spPr>
        <p:txBody>
          <a:bodyPr rtlCol="0"/>
          <a:lstStyle>
            <a:defPPr>
              <a:defRPr lang="de-DE"/>
            </a:defPPr>
          </a:lstStyle>
          <a:p>
            <a:r>
              <a:rPr lang="de-DE">
                <a:latin typeface="Arial Black"/>
                <a:ea typeface="Verdana"/>
              </a:rPr>
              <a:t>Reflexion</a:t>
            </a:r>
            <a:endParaRPr lang="en-US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38ACB2E-42E1-683E-E716-018F8FBACC9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15047" y="288237"/>
            <a:ext cx="6904423" cy="3614464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de-DE"/>
            </a:defPPr>
          </a:lstStyle>
          <a:p>
            <a:pPr>
              <a:lnSpc>
                <a:spcPct val="150000"/>
              </a:lnSpc>
            </a:pPr>
            <a:r>
              <a:rPr lang="de-DE" sz="1800" dirty="0"/>
              <a:t>Wie sieht unser Datenmodell aus ? -&gt; </a:t>
            </a:r>
            <a:r>
              <a:rPr lang="de-DE" sz="1800"/>
              <a:t>Vorder-,Rückseite, Deck</a:t>
            </a:r>
            <a:endParaRPr lang="de-DE" sz="1800" dirty="0"/>
          </a:p>
          <a:p>
            <a:pPr>
              <a:lnSpc>
                <a:spcPct val="150000"/>
              </a:lnSpc>
            </a:pPr>
            <a:r>
              <a:rPr lang="de-DE" sz="1800" dirty="0"/>
              <a:t>Warum haben wir uns für diese Struktur entschieden ? -&gt; simple Umsetzung / </a:t>
            </a:r>
            <a:r>
              <a:rPr lang="de-DE" sz="1800"/>
              <a:t>klassische Karteikarte</a:t>
            </a:r>
            <a:endParaRPr lang="de-DE" sz="1800" dirty="0"/>
          </a:p>
          <a:p>
            <a:pPr>
              <a:lnSpc>
                <a:spcPct val="150000"/>
              </a:lnSpc>
            </a:pPr>
            <a:r>
              <a:rPr lang="de-DE" sz="1800"/>
              <a:t>Wo entstehen Redundanzen ? -&gt; z.B. selbe Karte in Basic-Deck und Prüfungsvorbereitung-Deck</a:t>
            </a:r>
            <a:endParaRPr lang="de-DE" sz="1800" dirty="0"/>
          </a:p>
          <a:p>
            <a:pPr>
              <a:lnSpc>
                <a:spcPct val="150000"/>
              </a:lnSpc>
            </a:pPr>
            <a:r>
              <a:rPr lang="de-DE" sz="1800"/>
              <a:t>Welche Probleme sind aufgetreten ? -&gt; Wie arbeiten wir mit MongoDB </a:t>
            </a:r>
            <a:endParaRPr lang="de-DE" sz="1800" dirty="0"/>
          </a:p>
          <a:p>
            <a:pPr>
              <a:lnSpc>
                <a:spcPct val="150000"/>
              </a:lnSpc>
            </a:pPr>
            <a:r>
              <a:rPr lang="de-DE" sz="1800"/>
              <a:t>Was würden wir beim nächsten Mal anders machen ? -&gt; </a:t>
            </a:r>
            <a:endParaRPr lang="de-DE" sz="1800" dirty="0"/>
          </a:p>
          <a:p>
            <a:pPr>
              <a:lnSpc>
                <a:spcPct val="150000"/>
              </a:lnSpc>
            </a:pPr>
            <a:r>
              <a:rPr lang="de-DE" sz="1800"/>
              <a:t>Wann wäre eine relationale Datenbank sinnvoller gewesen ? -&gt; Wenn viele User die App nutzen, Lernfortschritt speichern</a:t>
            </a:r>
          </a:p>
          <a:p>
            <a:pPr>
              <a:lnSpc>
                <a:spcPct val="150000"/>
              </a:lnSpc>
            </a:pPr>
            <a:endParaRPr lang="de-DE" sz="1800"/>
          </a:p>
          <a:p>
            <a:pPr>
              <a:lnSpc>
                <a:spcPct val="150000"/>
              </a:lnSpc>
            </a:pPr>
            <a:endParaRPr lang="de-DE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B13437-13B6-C3CD-F8FE-C99EAE6D5D3B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pPr rtl="0"/>
            <a:fld id="{47FEACEE-25B4-4A2D-B147-27296E36371D}" type="slidenum">
              <a:rPr lang="de-DE" altLang="zh-CN" noProof="0" smtClean="0"/>
              <a:pPr rtl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377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E6789-C3A4-ECB0-093B-F667DA165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0BA71193-3E9C-D0D5-18DF-019F98EBA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436" y="271676"/>
            <a:ext cx="3994173" cy="2277580"/>
          </a:xfrm>
        </p:spPr>
        <p:txBody>
          <a:bodyPr rtlCol="0"/>
          <a:lstStyle>
            <a:defPPr>
              <a:defRPr lang="de-DE"/>
            </a:defPPr>
          </a:lstStyle>
          <a:p>
            <a:r>
              <a:rPr lang="de-DE">
                <a:solidFill>
                  <a:srgbClr val="FFFFFF"/>
                </a:solidFill>
                <a:latin typeface="Arial Black"/>
                <a:ea typeface="Verdana"/>
              </a:rPr>
              <a:t>Quellen:</a:t>
            </a:r>
            <a:endParaRPr lang="en-US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4A521C8-8785-2441-75DA-9E8D200D7DE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977694" y="913898"/>
            <a:ext cx="6904423" cy="5048310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de-DE"/>
            </a:defPPr>
          </a:lstStyle>
          <a:p>
            <a:pPr>
              <a:lnSpc>
                <a:spcPct val="150000"/>
              </a:lnSpc>
            </a:pPr>
            <a:r>
              <a:rPr lang="de-DE" sz="2400">
                <a:ea typeface="+mn-lt"/>
                <a:cs typeface="+mn-lt"/>
              </a:rPr>
              <a:t>Repo: https://github.com/kushyme/flashcard-cli</a:t>
            </a:r>
          </a:p>
          <a:p>
            <a:pPr>
              <a:lnSpc>
                <a:spcPct val="150000"/>
              </a:lnSpc>
            </a:pPr>
            <a:r>
              <a:rPr lang="de-DE" sz="1200">
                <a:ea typeface="+mn-lt"/>
                <a:cs typeface="+mn-lt"/>
              </a:rPr>
              <a:t>MongoDB Dokumentation: </a:t>
            </a:r>
            <a:r>
              <a:rPr lang="de-DE" sz="1200">
                <a:ea typeface="+mn-lt"/>
                <a:cs typeface="+mn-lt"/>
                <a:hlinkClick r:id="rId3"/>
              </a:rPr>
              <a:t>https://www.mongodb.com/docs/</a:t>
            </a:r>
            <a:endParaRPr lang="de-DE" sz="1200" u="sng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de-DE" sz="1200">
                <a:ea typeface="+mn-lt"/>
                <a:cs typeface="+mn-lt"/>
              </a:rPr>
              <a:t>GitHub Co-Pilot</a:t>
            </a:r>
          </a:p>
          <a:p>
            <a:pPr>
              <a:lnSpc>
                <a:spcPct val="150000"/>
              </a:lnSpc>
            </a:pPr>
            <a:endParaRPr lang="de-DE" sz="2400">
              <a:ea typeface="+mn-lt"/>
              <a:cs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8878A5-27D5-B57A-EAE5-51866FA07948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pPr rtl="0"/>
            <a:fld id="{47FEACEE-25B4-4A2D-B147-27296E36371D}" type="slidenum">
              <a:rPr lang="de-DE" altLang="zh-CN" noProof="0" smtClean="0"/>
              <a:pPr rtl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14098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Dark Presentation_win32_v2" id="{93B44BEE-AA18-4720-B555-E5F46C5F93FC}" vid="{88E458CA-BB4B-4D24-B4FE-119ECB54A9BE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77570E-71D6-4005-B631-1B00A1197B6E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8DB3C62-858A-4A01-AFEF-21E0BB8CE262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Benutzerdefiniert</vt:lpstr>
      <vt:lpstr>NoSQL, REST-API &amp; Client</vt:lpstr>
      <vt:lpstr>Agenda</vt:lpstr>
      <vt:lpstr>Projekt Struktur</vt:lpstr>
      <vt:lpstr>MongoDB</vt:lpstr>
      <vt:lpstr>Docker-compose</vt:lpstr>
      <vt:lpstr>Live Demo</vt:lpstr>
      <vt:lpstr>Reflexion</vt:lpstr>
      <vt:lpstr>Quellen: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365</cp:revision>
  <dcterms:created xsi:type="dcterms:W3CDTF">2023-09-14T05:46:04Z</dcterms:created>
  <dcterms:modified xsi:type="dcterms:W3CDTF">2026-05-06T10:05:58Z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